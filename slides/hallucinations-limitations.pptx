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9"/>
  </p:notesMasterIdLst>
  <p:sldIdLst>
    <p:sldId id="256" r:id="rId5"/>
    <p:sldId id="260" r:id="rId6"/>
    <p:sldId id="257" r:id="rId7"/>
    <p:sldId id="258" r:id="rId8"/>
    <p:sldId id="259" r:id="rId9"/>
    <p:sldId id="261" r:id="rId10"/>
    <p:sldId id="303" r:id="rId11"/>
    <p:sldId id="264" r:id="rId12"/>
    <p:sldId id="262" r:id="rId13"/>
    <p:sldId id="263" r:id="rId14"/>
    <p:sldId id="265" r:id="rId15"/>
    <p:sldId id="266" r:id="rId16"/>
    <p:sldId id="277" r:id="rId17"/>
    <p:sldId id="269" r:id="rId18"/>
    <p:sldId id="267" r:id="rId19"/>
    <p:sldId id="304" r:id="rId20"/>
    <p:sldId id="268" r:id="rId21"/>
    <p:sldId id="309" r:id="rId22"/>
    <p:sldId id="270" r:id="rId23"/>
    <p:sldId id="271" r:id="rId24"/>
    <p:sldId id="272" r:id="rId25"/>
    <p:sldId id="273" r:id="rId26"/>
    <p:sldId id="278" r:id="rId27"/>
    <p:sldId id="302" r:id="rId28"/>
    <p:sldId id="279" r:id="rId29"/>
    <p:sldId id="274" r:id="rId30"/>
    <p:sldId id="275" r:id="rId31"/>
    <p:sldId id="308" r:id="rId32"/>
    <p:sldId id="280" r:id="rId33"/>
    <p:sldId id="276" r:id="rId34"/>
    <p:sldId id="281" r:id="rId35"/>
    <p:sldId id="282" r:id="rId36"/>
    <p:sldId id="283" r:id="rId37"/>
    <p:sldId id="284" r:id="rId38"/>
    <p:sldId id="285" r:id="rId39"/>
    <p:sldId id="306" r:id="rId40"/>
    <p:sldId id="286" r:id="rId41"/>
    <p:sldId id="287" r:id="rId42"/>
    <p:sldId id="288" r:id="rId43"/>
    <p:sldId id="289" r:id="rId44"/>
    <p:sldId id="290" r:id="rId45"/>
    <p:sldId id="291" r:id="rId46"/>
    <p:sldId id="307" r:id="rId47"/>
    <p:sldId id="292" r:id="rId4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CA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21AC6F-5F0E-5241-15D9-C1B5D6F436B0}" v="8" dt="2026-10-19T08:29:30.848"/>
    <p1510:client id="{8ACD888C-A28D-674B-92FF-AA31205346EB}" v="2235" dt="2026-10-19T07:41:14.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10"/>
    <p:restoredTop sz="82750"/>
  </p:normalViewPr>
  <p:slideViewPr>
    <p:cSldViewPr snapToGrid="0" snapToObjects="1">
      <p:cViewPr varScale="1">
        <p:scale>
          <a:sx n="73" d="100"/>
          <a:sy n="73" d="100"/>
        </p:scale>
        <p:origin x="304" y="216"/>
      </p:cViewPr>
      <p:guideLst/>
    </p:cSldViewPr>
  </p:slideViewPr>
  <p:notesTextViewPr>
    <p:cViewPr>
      <p:scale>
        <a:sx n="160" d="100"/>
        <a:sy n="16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a Refoyo Martínez" userId="S::gsd818@ku.dk::40dfc253-5459-4055-88be-2c48984cd880" providerId="AD" clId="Web-{DABF8E90-342A-0604-891F-C22AD055E775}"/>
    <pc:docChg chg="modSld">
      <pc:chgData name="Alba Refoyo Martínez" userId="S::gsd818@ku.dk::40dfc253-5459-4055-88be-2c48984cd880" providerId="AD" clId="Web-{DABF8E90-342A-0604-891F-C22AD055E775}" dt="2026-10-16T08:03:54.062" v="3" actId="14100"/>
      <pc:docMkLst>
        <pc:docMk/>
      </pc:docMkLst>
      <pc:sldChg chg="modSp">
        <pc:chgData name="Alba Refoyo Martínez" userId="S::gsd818@ku.dk::40dfc253-5459-4055-88be-2c48984cd880" providerId="AD" clId="Web-{DABF8E90-342A-0604-891F-C22AD055E775}" dt="2026-10-16T08:03:54.062" v="3" actId="14100"/>
        <pc:sldMkLst>
          <pc:docMk/>
          <pc:sldMk cId="0" sldId="285"/>
        </pc:sldMkLst>
        <pc:spChg chg="mod">
          <ac:chgData name="Alba Refoyo Martínez" userId="S::gsd818@ku.dk::40dfc253-5459-4055-88be-2c48984cd880" providerId="AD" clId="Web-{DABF8E90-342A-0604-891F-C22AD055E775}" dt="2026-10-16T08:03:54.062" v="3" actId="14100"/>
          <ac:spMkLst>
            <pc:docMk/>
            <pc:sldMk cId="0" sldId="285"/>
            <ac:spMk id="14" creationId="{00000000-0000-0000-0000-000000000000}"/>
          </ac:spMkLst>
        </pc:spChg>
      </pc:sldChg>
    </pc:docChg>
  </pc:docChgLst>
  <pc:docChgLst>
    <pc:chgData name="Alba Refoyo Martínez" userId="S::gsd818@ku.dk::40dfc253-5459-4055-88be-2c48984cd880" providerId="AD" clId="Web-{00000000-0000-0000-0000-000000000000}"/>
    <pc:docChg chg="addSld modSld">
      <pc:chgData name="Alba Refoyo Martínez" userId="S::gsd818@ku.dk::40dfc253-5459-4055-88be-2c48984cd880" providerId="AD" clId="Web-{00000000-0000-0000-0000-000000000000}" dt="2026-10-05T13:14:24.826" v="26"/>
      <pc:docMkLst>
        <pc:docMk/>
      </pc:docMkLst>
      <pc:sldChg chg="addSp modSp new modNotes">
        <pc:chgData name="Alba Refoyo Martínez" userId="S::gsd818@ku.dk::40dfc253-5459-4055-88be-2c48984cd880" providerId="AD" clId="Web-{00000000-0000-0000-0000-000000000000}" dt="2026-10-05T13:14:24.826" v="26"/>
        <pc:sldMkLst>
          <pc:docMk/>
          <pc:sldMk cId="1846761355" sldId="302"/>
        </pc:sldMkLst>
        <pc:picChg chg="add mod">
          <ac:chgData name="Alba Refoyo Martínez" userId="S::gsd818@ku.dk::40dfc253-5459-4055-88be-2c48984cd880" providerId="AD" clId="Web-{00000000-0000-0000-0000-000000000000}" dt="2026-10-05T13:13:44.589" v="4" actId="1076"/>
          <ac:picMkLst>
            <pc:docMk/>
            <pc:sldMk cId="1846761355" sldId="302"/>
            <ac:picMk id="2" creationId="{9902B385-83F2-8E6C-26E5-2524C4CDA5B1}"/>
          </ac:picMkLst>
        </pc:picChg>
      </pc:sldChg>
    </pc:docChg>
  </pc:docChgLst>
  <pc:docChgLst>
    <pc:chgData name="Alba Refoyo Martínez" userId="S::gsd818@ku.dk::40dfc253-5459-4055-88be-2c48984cd880" providerId="AD" clId="Web-{3E21AC6F-5F0E-5241-15D9-C1B5D6F436B0}"/>
    <pc:docChg chg="delSld">
      <pc:chgData name="Alba Refoyo Martínez" userId="S::gsd818@ku.dk::40dfc253-5459-4055-88be-2c48984cd880" providerId="AD" clId="Web-{3E21AC6F-5F0E-5241-15D9-C1B5D6F436B0}" dt="2026-10-19T08:29:30.848" v="8"/>
      <pc:docMkLst>
        <pc:docMk/>
      </pc:docMkLst>
      <pc:sldChg chg="del">
        <pc:chgData name="Alba Refoyo Martínez" userId="S::gsd818@ku.dk::40dfc253-5459-4055-88be-2c48984cd880" providerId="AD" clId="Web-{3E21AC6F-5F0E-5241-15D9-C1B5D6F436B0}" dt="2026-10-19T08:29:30.848" v="8"/>
        <pc:sldMkLst>
          <pc:docMk/>
          <pc:sldMk cId="0" sldId="293"/>
        </pc:sldMkLst>
      </pc:sldChg>
      <pc:sldChg chg="del">
        <pc:chgData name="Alba Refoyo Martínez" userId="S::gsd818@ku.dk::40dfc253-5459-4055-88be-2c48984cd880" providerId="AD" clId="Web-{3E21AC6F-5F0E-5241-15D9-C1B5D6F436B0}" dt="2026-10-19T08:29:29.488" v="7"/>
        <pc:sldMkLst>
          <pc:docMk/>
          <pc:sldMk cId="0" sldId="294"/>
        </pc:sldMkLst>
      </pc:sldChg>
      <pc:sldChg chg="del">
        <pc:chgData name="Alba Refoyo Martínez" userId="S::gsd818@ku.dk::40dfc253-5459-4055-88be-2c48984cd880" providerId="AD" clId="Web-{3E21AC6F-5F0E-5241-15D9-C1B5D6F436B0}" dt="2026-10-19T08:29:28.910" v="6"/>
        <pc:sldMkLst>
          <pc:docMk/>
          <pc:sldMk cId="0" sldId="295"/>
        </pc:sldMkLst>
      </pc:sldChg>
      <pc:sldChg chg="del">
        <pc:chgData name="Alba Refoyo Martínez" userId="S::gsd818@ku.dk::40dfc253-5459-4055-88be-2c48984cd880" providerId="AD" clId="Web-{3E21AC6F-5F0E-5241-15D9-C1B5D6F436B0}" dt="2026-10-19T08:29:28.754" v="5"/>
        <pc:sldMkLst>
          <pc:docMk/>
          <pc:sldMk cId="0" sldId="296"/>
        </pc:sldMkLst>
      </pc:sldChg>
      <pc:sldChg chg="del">
        <pc:chgData name="Alba Refoyo Martínez" userId="S::gsd818@ku.dk::40dfc253-5459-4055-88be-2c48984cd880" providerId="AD" clId="Web-{3E21AC6F-5F0E-5241-15D9-C1B5D6F436B0}" dt="2026-10-19T08:29:27.160" v="4"/>
        <pc:sldMkLst>
          <pc:docMk/>
          <pc:sldMk cId="0" sldId="297"/>
        </pc:sldMkLst>
      </pc:sldChg>
      <pc:sldChg chg="del">
        <pc:chgData name="Alba Refoyo Martínez" userId="S::gsd818@ku.dk::40dfc253-5459-4055-88be-2c48984cd880" providerId="AD" clId="Web-{3E21AC6F-5F0E-5241-15D9-C1B5D6F436B0}" dt="2026-10-19T08:29:26.441" v="3"/>
        <pc:sldMkLst>
          <pc:docMk/>
          <pc:sldMk cId="0" sldId="298"/>
        </pc:sldMkLst>
      </pc:sldChg>
      <pc:sldChg chg="del">
        <pc:chgData name="Alba Refoyo Martínez" userId="S::gsd818@ku.dk::40dfc253-5459-4055-88be-2c48984cd880" providerId="AD" clId="Web-{3E21AC6F-5F0E-5241-15D9-C1B5D6F436B0}" dt="2026-10-19T08:29:25.254" v="2"/>
        <pc:sldMkLst>
          <pc:docMk/>
          <pc:sldMk cId="0" sldId="299"/>
        </pc:sldMkLst>
      </pc:sldChg>
      <pc:sldChg chg="del">
        <pc:chgData name="Alba Refoyo Martínez" userId="S::gsd818@ku.dk::40dfc253-5459-4055-88be-2c48984cd880" providerId="AD" clId="Web-{3E21AC6F-5F0E-5241-15D9-C1B5D6F436B0}" dt="2026-10-19T08:29:24.066" v="1"/>
        <pc:sldMkLst>
          <pc:docMk/>
          <pc:sldMk cId="0" sldId="300"/>
        </pc:sldMkLst>
      </pc:sldChg>
      <pc:sldChg chg="del">
        <pc:chgData name="Alba Refoyo Martínez" userId="S::gsd818@ku.dk::40dfc253-5459-4055-88be-2c48984cd880" providerId="AD" clId="Web-{3E21AC6F-5F0E-5241-15D9-C1B5D6F436B0}" dt="2026-10-19T08:29:13.582" v="0"/>
        <pc:sldMkLst>
          <pc:docMk/>
          <pc:sldMk cId="0" sldId="301"/>
        </pc:sldMkLst>
      </pc:sldChg>
    </pc:docChg>
  </pc:docChgLst>
  <pc:docChgLst>
    <pc:chgData name="Alba Refoyo Martínez" userId="40dfc253-5459-4055-88be-2c48984cd880" providerId="ADAL" clId="{A180C871-938B-50C5-97BB-93379BCF7A51}"/>
    <pc:docChg chg="undo redo custSel addSld delSld modSld sldOrd">
      <pc:chgData name="Alba Refoyo Martínez" userId="40dfc253-5459-4055-88be-2c48984cd880" providerId="ADAL" clId="{A180C871-938B-50C5-97BB-93379BCF7A51}" dt="2026-10-19T09:13:18.999" v="10848" actId="729"/>
      <pc:docMkLst>
        <pc:docMk/>
      </pc:docMkLst>
      <pc:sldChg chg="modSp mod modNotesTx">
        <pc:chgData name="Alba Refoyo Martínez" userId="40dfc253-5459-4055-88be-2c48984cd880" providerId="ADAL" clId="{A180C871-938B-50C5-97BB-93379BCF7A51}" dt="2026-10-19T06:42:42.903" v="10440" actId="20577"/>
        <pc:sldMkLst>
          <pc:docMk/>
          <pc:sldMk cId="0" sldId="256"/>
        </pc:sldMkLst>
        <pc:spChg chg="mod">
          <ac:chgData name="Alba Refoyo Martínez" userId="40dfc253-5459-4055-88be-2c48984cd880" providerId="ADAL" clId="{A180C871-938B-50C5-97BB-93379BCF7A51}" dt="2026-10-12T06:42:38.411" v="0" actId="27636"/>
          <ac:spMkLst>
            <pc:docMk/>
            <pc:sldMk cId="0" sldId="256"/>
            <ac:spMk id="3" creationId="{00000000-0000-0000-0000-000000000000}"/>
          </ac:spMkLst>
        </pc:spChg>
        <pc:spChg chg="mod">
          <ac:chgData name="Alba Refoyo Martínez" userId="40dfc253-5459-4055-88be-2c48984cd880" providerId="ADAL" clId="{A180C871-938B-50C5-97BB-93379BCF7A51}" dt="2026-10-12T06:42:38.416" v="1" actId="27636"/>
          <ac:spMkLst>
            <pc:docMk/>
            <pc:sldMk cId="0" sldId="256"/>
            <ac:spMk id="4" creationId="{00000000-0000-0000-0000-000000000000}"/>
          </ac:spMkLst>
        </pc:spChg>
      </pc:sldChg>
      <pc:sldChg chg="modSp mod modNotesTx">
        <pc:chgData name="Alba Refoyo Martínez" userId="40dfc253-5459-4055-88be-2c48984cd880" providerId="ADAL" clId="{A180C871-938B-50C5-97BB-93379BCF7A51}" dt="2026-10-19T06:43:42.194" v="10444" actId="20577"/>
        <pc:sldMkLst>
          <pc:docMk/>
          <pc:sldMk cId="0" sldId="257"/>
        </pc:sldMkLst>
        <pc:spChg chg="mod">
          <ac:chgData name="Alba Refoyo Martínez" userId="40dfc253-5459-4055-88be-2c48984cd880" providerId="ADAL" clId="{A180C871-938B-50C5-97BB-93379BCF7A51}" dt="2026-10-12T06:42:38.456" v="14" actId="27636"/>
          <ac:spMkLst>
            <pc:docMk/>
            <pc:sldMk cId="0" sldId="257"/>
            <ac:spMk id="2" creationId="{00000000-0000-0000-0000-000000000000}"/>
          </ac:spMkLst>
        </pc:spChg>
        <pc:spChg chg="mod">
          <ac:chgData name="Alba Refoyo Martínez" userId="40dfc253-5459-4055-88be-2c48984cd880" providerId="ADAL" clId="{A180C871-938B-50C5-97BB-93379BCF7A51}" dt="2026-10-12T06:42:38.456" v="15" actId="27636"/>
          <ac:spMkLst>
            <pc:docMk/>
            <pc:sldMk cId="0" sldId="257"/>
            <ac:spMk id="3" creationId="{00000000-0000-0000-0000-000000000000}"/>
          </ac:spMkLst>
        </pc:spChg>
        <pc:spChg chg="mod">
          <ac:chgData name="Alba Refoyo Martínez" userId="40dfc253-5459-4055-88be-2c48984cd880" providerId="ADAL" clId="{A180C871-938B-50C5-97BB-93379BCF7A51}" dt="2026-10-12T06:42:38.452" v="3" actId="27636"/>
          <ac:spMkLst>
            <pc:docMk/>
            <pc:sldMk cId="0" sldId="257"/>
            <ac:spMk id="4" creationId="{00000000-0000-0000-0000-000000000000}"/>
          </ac:spMkLst>
        </pc:spChg>
        <pc:spChg chg="mod">
          <ac:chgData name="Alba Refoyo Martínez" userId="40dfc253-5459-4055-88be-2c48984cd880" providerId="ADAL" clId="{A180C871-938B-50C5-97BB-93379BCF7A51}" dt="2026-10-12T06:42:38.452" v="4" actId="27636"/>
          <ac:spMkLst>
            <pc:docMk/>
            <pc:sldMk cId="0" sldId="257"/>
            <ac:spMk id="5" creationId="{00000000-0000-0000-0000-000000000000}"/>
          </ac:spMkLst>
        </pc:spChg>
        <pc:spChg chg="mod">
          <ac:chgData name="Alba Refoyo Martínez" userId="40dfc253-5459-4055-88be-2c48984cd880" providerId="ADAL" clId="{A180C871-938B-50C5-97BB-93379BCF7A51}" dt="2026-10-12T06:42:38.452" v="5" actId="27636"/>
          <ac:spMkLst>
            <pc:docMk/>
            <pc:sldMk cId="0" sldId="257"/>
            <ac:spMk id="6" creationId="{00000000-0000-0000-0000-000000000000}"/>
          </ac:spMkLst>
        </pc:spChg>
        <pc:spChg chg="mod">
          <ac:chgData name="Alba Refoyo Martínez" userId="40dfc253-5459-4055-88be-2c48984cd880" providerId="ADAL" clId="{A180C871-938B-50C5-97BB-93379BCF7A51}" dt="2026-10-12T06:42:38.453" v="6" actId="27636"/>
          <ac:spMkLst>
            <pc:docMk/>
            <pc:sldMk cId="0" sldId="257"/>
            <ac:spMk id="7" creationId="{00000000-0000-0000-0000-000000000000}"/>
          </ac:spMkLst>
        </pc:spChg>
        <pc:spChg chg="mod">
          <ac:chgData name="Alba Refoyo Martínez" userId="40dfc253-5459-4055-88be-2c48984cd880" providerId="ADAL" clId="{A180C871-938B-50C5-97BB-93379BCF7A51}" dt="2026-10-12T06:42:38.454" v="8" actId="27636"/>
          <ac:spMkLst>
            <pc:docMk/>
            <pc:sldMk cId="0" sldId="257"/>
            <ac:spMk id="8" creationId="{00000000-0000-0000-0000-000000000000}"/>
          </ac:spMkLst>
        </pc:spChg>
        <pc:spChg chg="mod">
          <ac:chgData name="Alba Refoyo Martínez" userId="40dfc253-5459-4055-88be-2c48984cd880" providerId="ADAL" clId="{A180C871-938B-50C5-97BB-93379BCF7A51}" dt="2026-10-12T06:42:38.454" v="9" actId="27636"/>
          <ac:spMkLst>
            <pc:docMk/>
            <pc:sldMk cId="0" sldId="257"/>
            <ac:spMk id="9" creationId="{00000000-0000-0000-0000-000000000000}"/>
          </ac:spMkLst>
        </pc:spChg>
        <pc:spChg chg="mod">
          <ac:chgData name="Alba Refoyo Martínez" userId="40dfc253-5459-4055-88be-2c48984cd880" providerId="ADAL" clId="{A180C871-938B-50C5-97BB-93379BCF7A51}" dt="2026-10-12T06:42:38.453" v="7" actId="27636"/>
          <ac:spMkLst>
            <pc:docMk/>
            <pc:sldMk cId="0" sldId="257"/>
            <ac:spMk id="10" creationId="{00000000-0000-0000-0000-000000000000}"/>
          </ac:spMkLst>
        </pc:spChg>
        <pc:spChg chg="mod">
          <ac:chgData name="Alba Refoyo Martínez" userId="40dfc253-5459-4055-88be-2c48984cd880" providerId="ADAL" clId="{A180C871-938B-50C5-97BB-93379BCF7A51}" dt="2026-10-12T06:42:38.454" v="10" actId="27636"/>
          <ac:spMkLst>
            <pc:docMk/>
            <pc:sldMk cId="0" sldId="257"/>
            <ac:spMk id="11" creationId="{00000000-0000-0000-0000-000000000000}"/>
          </ac:spMkLst>
        </pc:spChg>
        <pc:spChg chg="mod">
          <ac:chgData name="Alba Refoyo Martínez" userId="40dfc253-5459-4055-88be-2c48984cd880" providerId="ADAL" clId="{A180C871-938B-50C5-97BB-93379BCF7A51}" dt="2026-10-12T06:42:38.455" v="11" actId="27636"/>
          <ac:spMkLst>
            <pc:docMk/>
            <pc:sldMk cId="0" sldId="257"/>
            <ac:spMk id="12" creationId="{00000000-0000-0000-0000-000000000000}"/>
          </ac:spMkLst>
        </pc:spChg>
        <pc:spChg chg="mod">
          <ac:chgData name="Alba Refoyo Martínez" userId="40dfc253-5459-4055-88be-2c48984cd880" providerId="ADAL" clId="{A180C871-938B-50C5-97BB-93379BCF7A51}" dt="2026-10-12T06:42:38.455" v="12" actId="27636"/>
          <ac:spMkLst>
            <pc:docMk/>
            <pc:sldMk cId="0" sldId="257"/>
            <ac:spMk id="13" creationId="{00000000-0000-0000-0000-000000000000}"/>
          </ac:spMkLst>
        </pc:spChg>
      </pc:sldChg>
      <pc:sldChg chg="modSp mod">
        <pc:chgData name="Alba Refoyo Martínez" userId="40dfc253-5459-4055-88be-2c48984cd880" providerId="ADAL" clId="{A180C871-938B-50C5-97BB-93379BCF7A51}" dt="2026-10-12T06:42:38.460" v="19" actId="27636"/>
        <pc:sldMkLst>
          <pc:docMk/>
          <pc:sldMk cId="0" sldId="258"/>
        </pc:sldMkLst>
        <pc:spChg chg="mod">
          <ac:chgData name="Alba Refoyo Martínez" userId="40dfc253-5459-4055-88be-2c48984cd880" providerId="ADAL" clId="{A180C871-938B-50C5-97BB-93379BCF7A51}" dt="2026-10-12T06:42:38.460" v="19" actId="27636"/>
          <ac:spMkLst>
            <pc:docMk/>
            <pc:sldMk cId="0" sldId="258"/>
            <ac:spMk id="2" creationId="{00000000-0000-0000-0000-000000000000}"/>
          </ac:spMkLst>
        </pc:spChg>
        <pc:spChg chg="mod">
          <ac:chgData name="Alba Refoyo Martínez" userId="40dfc253-5459-4055-88be-2c48984cd880" providerId="ADAL" clId="{A180C871-938B-50C5-97BB-93379BCF7A51}" dt="2026-10-12T06:42:38.458" v="16" actId="27636"/>
          <ac:spMkLst>
            <pc:docMk/>
            <pc:sldMk cId="0" sldId="258"/>
            <ac:spMk id="3" creationId="{00000000-0000-0000-0000-000000000000}"/>
          </ac:spMkLst>
        </pc:spChg>
        <pc:spChg chg="mod">
          <ac:chgData name="Alba Refoyo Martínez" userId="40dfc253-5459-4055-88be-2c48984cd880" providerId="ADAL" clId="{A180C871-938B-50C5-97BB-93379BCF7A51}" dt="2026-10-12T06:42:38.459" v="17" actId="27636"/>
          <ac:spMkLst>
            <pc:docMk/>
            <pc:sldMk cId="0" sldId="258"/>
            <ac:spMk id="4" creationId="{00000000-0000-0000-0000-000000000000}"/>
          </ac:spMkLst>
        </pc:spChg>
      </pc:sldChg>
      <pc:sldChg chg="addSp delSp modSp mod modNotesTx">
        <pc:chgData name="Alba Refoyo Martínez" userId="40dfc253-5459-4055-88be-2c48984cd880" providerId="ADAL" clId="{A180C871-938B-50C5-97BB-93379BCF7A51}" dt="2026-10-19T06:49:33.825" v="10480" actId="20577"/>
        <pc:sldMkLst>
          <pc:docMk/>
          <pc:sldMk cId="0" sldId="259"/>
        </pc:sldMkLst>
        <pc:spChg chg="mod">
          <ac:chgData name="Alba Refoyo Martínez" userId="40dfc253-5459-4055-88be-2c48984cd880" providerId="ADAL" clId="{A180C871-938B-50C5-97BB-93379BCF7A51}" dt="2026-10-16T11:37:03.093" v="4004" actId="1076"/>
          <ac:spMkLst>
            <pc:docMk/>
            <pc:sldMk cId="0" sldId="259"/>
            <ac:spMk id="4" creationId="{00000000-0000-0000-0000-000000000000}"/>
          </ac:spMkLst>
        </pc:spChg>
        <pc:picChg chg="mod">
          <ac:chgData name="Alba Refoyo Martínez" userId="40dfc253-5459-4055-88be-2c48984cd880" providerId="ADAL" clId="{A180C871-938B-50C5-97BB-93379BCF7A51}" dt="2026-10-12T08:08:17.238" v="1320" actId="1076"/>
          <ac:picMkLst>
            <pc:docMk/>
            <pc:sldMk cId="0" sldId="259"/>
            <ac:picMk id="8" creationId="{00000000-0000-0000-0000-000000000000}"/>
          </ac:picMkLst>
        </pc:picChg>
        <pc:picChg chg="add mod modCrop">
          <ac:chgData name="Alba Refoyo Martínez" userId="40dfc253-5459-4055-88be-2c48984cd880" providerId="ADAL" clId="{A180C871-938B-50C5-97BB-93379BCF7A51}" dt="2026-10-12T08:08:17.238" v="1320" actId="1076"/>
          <ac:picMkLst>
            <pc:docMk/>
            <pc:sldMk cId="0" sldId="259"/>
            <ac:picMk id="11" creationId="{BFD5A513-69D5-F732-64A2-E5171D93F620}"/>
          </ac:picMkLst>
        </pc:picChg>
        <pc:picChg chg="add mod">
          <ac:chgData name="Alba Refoyo Martínez" userId="40dfc253-5459-4055-88be-2c48984cd880" providerId="ADAL" clId="{A180C871-938B-50C5-97BB-93379BCF7A51}" dt="2026-10-12T08:08:17.238" v="1320" actId="1076"/>
          <ac:picMkLst>
            <pc:docMk/>
            <pc:sldMk cId="0" sldId="259"/>
            <ac:picMk id="13" creationId="{B56CAE11-18F7-A5C7-801A-18132221972E}"/>
          </ac:picMkLst>
        </pc:picChg>
        <pc:picChg chg="add mod">
          <ac:chgData name="Alba Refoyo Martínez" userId="40dfc253-5459-4055-88be-2c48984cd880" providerId="ADAL" clId="{A180C871-938B-50C5-97BB-93379BCF7A51}" dt="2026-10-12T08:08:17.238" v="1320" actId="1076"/>
          <ac:picMkLst>
            <pc:docMk/>
            <pc:sldMk cId="0" sldId="259"/>
            <ac:picMk id="15" creationId="{EEA31837-CBED-A75F-E116-BC4A3FBCCE1B}"/>
          </ac:picMkLst>
        </pc:picChg>
      </pc:sldChg>
      <pc:sldChg chg="modSp mod ord modNotesTx">
        <pc:chgData name="Alba Refoyo Martínez" userId="40dfc253-5459-4055-88be-2c48984cd880" providerId="ADAL" clId="{A180C871-938B-50C5-97BB-93379BCF7A51}" dt="2026-10-19T06:43:01.293" v="10443" actId="20577"/>
        <pc:sldMkLst>
          <pc:docMk/>
          <pc:sldMk cId="0" sldId="260"/>
        </pc:sldMkLst>
        <pc:spChg chg="mod">
          <ac:chgData name="Alba Refoyo Martínez" userId="40dfc253-5459-4055-88be-2c48984cd880" providerId="ADAL" clId="{A180C871-938B-50C5-97BB-93379BCF7A51}" dt="2026-10-16T07:56:28.695" v="3117" actId="20577"/>
          <ac:spMkLst>
            <pc:docMk/>
            <pc:sldMk cId="0" sldId="260"/>
            <ac:spMk id="5" creationId="{00000000-0000-0000-0000-000000000000}"/>
          </ac:spMkLst>
        </pc:spChg>
        <pc:spChg chg="mod">
          <ac:chgData name="Alba Refoyo Martínez" userId="40dfc253-5459-4055-88be-2c48984cd880" providerId="ADAL" clId="{A180C871-938B-50C5-97BB-93379BCF7A51}" dt="2026-10-16T07:58:08.075" v="3177" actId="1076"/>
          <ac:spMkLst>
            <pc:docMk/>
            <pc:sldMk cId="0" sldId="260"/>
            <ac:spMk id="6" creationId="{00000000-0000-0000-0000-000000000000}"/>
          </ac:spMkLst>
        </pc:spChg>
        <pc:spChg chg="mod">
          <ac:chgData name="Alba Refoyo Martínez" userId="40dfc253-5459-4055-88be-2c48984cd880" providerId="ADAL" clId="{A180C871-938B-50C5-97BB-93379BCF7A51}" dt="2026-10-16T07:58:11.338" v="3178" actId="1076"/>
          <ac:spMkLst>
            <pc:docMk/>
            <pc:sldMk cId="0" sldId="260"/>
            <ac:spMk id="7" creationId="{00000000-0000-0000-0000-000000000000}"/>
          </ac:spMkLst>
        </pc:spChg>
      </pc:sldChg>
      <pc:sldChg chg="addSp delSp modSp mod delAnim modAnim modNotesTx">
        <pc:chgData name="Alba Refoyo Martínez" userId="40dfc253-5459-4055-88be-2c48984cd880" providerId="ADAL" clId="{A180C871-938B-50C5-97BB-93379BCF7A51}" dt="2026-10-19T06:51:25.384" v="10489" actId="20577"/>
        <pc:sldMkLst>
          <pc:docMk/>
          <pc:sldMk cId="0" sldId="261"/>
        </pc:sldMkLst>
        <pc:spChg chg="mod">
          <ac:chgData name="Alba Refoyo Martínez" userId="40dfc253-5459-4055-88be-2c48984cd880" providerId="ADAL" clId="{A180C871-938B-50C5-97BB-93379BCF7A51}" dt="2026-10-12T08:14:17.521" v="1451" actId="13926"/>
          <ac:spMkLst>
            <pc:docMk/>
            <pc:sldMk cId="0" sldId="261"/>
            <ac:spMk id="5" creationId="{00000000-0000-0000-0000-000000000000}"/>
          </ac:spMkLst>
        </pc:spChg>
        <pc:spChg chg="add mod">
          <ac:chgData name="Alba Refoyo Martínez" userId="40dfc253-5459-4055-88be-2c48984cd880" providerId="ADAL" clId="{A180C871-938B-50C5-97BB-93379BCF7A51}" dt="2026-10-12T08:18:27.187" v="1499" actId="1036"/>
          <ac:spMkLst>
            <pc:docMk/>
            <pc:sldMk cId="0" sldId="261"/>
            <ac:spMk id="10" creationId="{3D2279F4-996E-8C41-47FC-BEAF391B18F5}"/>
          </ac:spMkLst>
        </pc:spChg>
        <pc:spChg chg="add mod">
          <ac:chgData name="Alba Refoyo Martínez" userId="40dfc253-5459-4055-88be-2c48984cd880" providerId="ADAL" clId="{A180C871-938B-50C5-97BB-93379BCF7A51}" dt="2026-10-12T08:10:36.218" v="1383" actId="122"/>
          <ac:spMkLst>
            <pc:docMk/>
            <pc:sldMk cId="0" sldId="261"/>
            <ac:spMk id="11" creationId="{68AA7800-85BB-8BC0-C7F1-B802DFCE8F69}"/>
          </ac:spMkLst>
        </pc:spChg>
      </pc:sldChg>
      <pc:sldChg chg="addSp modSp mod modAnim">
        <pc:chgData name="Alba Refoyo Martínez" userId="40dfc253-5459-4055-88be-2c48984cd880" providerId="ADAL" clId="{A180C871-938B-50C5-97BB-93379BCF7A51}" dt="2026-10-16T11:58:20.474" v="4919"/>
        <pc:sldMkLst>
          <pc:docMk/>
          <pc:sldMk cId="0" sldId="262"/>
        </pc:sldMkLst>
        <pc:spChg chg="mod">
          <ac:chgData name="Alba Refoyo Martínez" userId="40dfc253-5459-4055-88be-2c48984cd880" providerId="ADAL" clId="{A180C871-938B-50C5-97BB-93379BCF7A51}" dt="2026-10-12T08:13:29.761" v="1449" actId="27636"/>
          <ac:spMkLst>
            <pc:docMk/>
            <pc:sldMk cId="0" sldId="262"/>
            <ac:spMk id="2" creationId="{00000000-0000-0000-0000-000000000000}"/>
          </ac:spMkLst>
        </pc:spChg>
        <pc:spChg chg="mod">
          <ac:chgData name="Alba Refoyo Martínez" userId="40dfc253-5459-4055-88be-2c48984cd880" providerId="ADAL" clId="{A180C871-938B-50C5-97BB-93379BCF7A51}" dt="2026-10-16T11:56:56.105" v="4895" actId="1076"/>
          <ac:spMkLst>
            <pc:docMk/>
            <pc:sldMk cId="0" sldId="262"/>
            <ac:spMk id="3" creationId="{00000000-0000-0000-0000-000000000000}"/>
          </ac:spMkLst>
        </pc:spChg>
        <pc:spChg chg="mod">
          <ac:chgData name="Alba Refoyo Martínez" userId="40dfc253-5459-4055-88be-2c48984cd880" providerId="ADAL" clId="{A180C871-938B-50C5-97BB-93379BCF7A51}" dt="2026-10-12T06:42:38.491" v="30" actId="27636"/>
          <ac:spMkLst>
            <pc:docMk/>
            <pc:sldMk cId="0" sldId="262"/>
            <ac:spMk id="4" creationId="{00000000-0000-0000-0000-000000000000}"/>
          </ac:spMkLst>
        </pc:spChg>
        <pc:spChg chg="mod">
          <ac:chgData name="Alba Refoyo Martínez" userId="40dfc253-5459-4055-88be-2c48984cd880" providerId="ADAL" clId="{A180C871-938B-50C5-97BB-93379BCF7A51}" dt="2026-10-12T06:42:38.491" v="31" actId="27636"/>
          <ac:spMkLst>
            <pc:docMk/>
            <pc:sldMk cId="0" sldId="262"/>
            <ac:spMk id="7" creationId="{00000000-0000-0000-0000-000000000000}"/>
          </ac:spMkLst>
        </pc:spChg>
        <pc:spChg chg="mod">
          <ac:chgData name="Alba Refoyo Martínez" userId="40dfc253-5459-4055-88be-2c48984cd880" providerId="ADAL" clId="{A180C871-938B-50C5-97BB-93379BCF7A51}" dt="2026-10-16T11:58:07.213" v="4918" actId="20577"/>
          <ac:spMkLst>
            <pc:docMk/>
            <pc:sldMk cId="0" sldId="262"/>
            <ac:spMk id="10" creationId="{00000000-0000-0000-0000-000000000000}"/>
          </ac:spMkLst>
        </pc:spChg>
        <pc:spChg chg="add mod">
          <ac:chgData name="Alba Refoyo Martínez" userId="40dfc253-5459-4055-88be-2c48984cd880" providerId="ADAL" clId="{A180C871-938B-50C5-97BB-93379BCF7A51}" dt="2026-10-16T11:57:01.698" v="4897" actId="1076"/>
          <ac:spMkLst>
            <pc:docMk/>
            <pc:sldMk cId="0" sldId="262"/>
            <ac:spMk id="13" creationId="{B70F706E-D20B-0CCE-E7CA-13154606DAC7}"/>
          </ac:spMkLst>
        </pc:spChg>
        <pc:spChg chg="add mod">
          <ac:chgData name="Alba Refoyo Martínez" userId="40dfc253-5459-4055-88be-2c48984cd880" providerId="ADAL" clId="{A180C871-938B-50C5-97BB-93379BCF7A51}" dt="2026-10-16T11:57:04.965" v="4898" actId="1076"/>
          <ac:spMkLst>
            <pc:docMk/>
            <pc:sldMk cId="0" sldId="262"/>
            <ac:spMk id="14" creationId="{8621BABE-4C4A-F624-54EC-1084AA573121}"/>
          </ac:spMkLst>
        </pc:spChg>
        <pc:cxnChg chg="add">
          <ac:chgData name="Alba Refoyo Martínez" userId="40dfc253-5459-4055-88be-2c48984cd880" providerId="ADAL" clId="{A180C871-938B-50C5-97BB-93379BCF7A51}" dt="2026-10-16T11:57:14.908" v="4899" actId="11529"/>
          <ac:cxnSpMkLst>
            <pc:docMk/>
            <pc:sldMk cId="0" sldId="262"/>
            <ac:cxnSpMk id="16" creationId="{BB4D7C7D-B448-7D14-03DF-A5E9BE553AFD}"/>
          </ac:cxnSpMkLst>
        </pc:cxnChg>
        <pc:cxnChg chg="add mod">
          <ac:chgData name="Alba Refoyo Martínez" userId="40dfc253-5459-4055-88be-2c48984cd880" providerId="ADAL" clId="{A180C871-938B-50C5-97BB-93379BCF7A51}" dt="2026-10-16T11:57:37.008" v="4904" actId="14100"/>
          <ac:cxnSpMkLst>
            <pc:docMk/>
            <pc:sldMk cId="0" sldId="262"/>
            <ac:cxnSpMk id="17" creationId="{713D2C58-E8E1-A34F-B817-064FEC597929}"/>
          </ac:cxnSpMkLst>
        </pc:cxnChg>
        <pc:cxnChg chg="add mod">
          <ac:chgData name="Alba Refoyo Martínez" userId="40dfc253-5459-4055-88be-2c48984cd880" providerId="ADAL" clId="{A180C871-938B-50C5-97BB-93379BCF7A51}" dt="2026-10-16T11:57:58.777" v="4908" actId="14100"/>
          <ac:cxnSpMkLst>
            <pc:docMk/>
            <pc:sldMk cId="0" sldId="262"/>
            <ac:cxnSpMk id="21" creationId="{998811F5-486A-F1A8-6521-B619DA914342}"/>
          </ac:cxnSpMkLst>
        </pc:cxnChg>
      </pc:sldChg>
      <pc:sldChg chg="addSp delSp modSp mod ord delAnim modAnim modNotesTx">
        <pc:chgData name="Alba Refoyo Martínez" userId="40dfc253-5459-4055-88be-2c48984cd880" providerId="ADAL" clId="{A180C871-938B-50C5-97BB-93379BCF7A51}" dt="2026-10-19T07:00:35.412" v="10524" actId="207"/>
        <pc:sldMkLst>
          <pc:docMk/>
          <pc:sldMk cId="0" sldId="263"/>
        </pc:sldMkLst>
        <pc:spChg chg="mod">
          <ac:chgData name="Alba Refoyo Martínez" userId="40dfc253-5459-4055-88be-2c48984cd880" providerId="ADAL" clId="{A180C871-938B-50C5-97BB-93379BCF7A51}" dt="2026-10-12T08:24:32.546" v="1580" actId="27636"/>
          <ac:spMkLst>
            <pc:docMk/>
            <pc:sldMk cId="0" sldId="263"/>
            <ac:spMk id="2" creationId="{00000000-0000-0000-0000-000000000000}"/>
          </ac:spMkLst>
        </pc:spChg>
        <pc:spChg chg="mod">
          <ac:chgData name="Alba Refoyo Martínez" userId="40dfc253-5459-4055-88be-2c48984cd880" providerId="ADAL" clId="{A180C871-938B-50C5-97BB-93379BCF7A51}" dt="2026-10-12T08:22:55.506" v="1533" actId="255"/>
          <ac:spMkLst>
            <pc:docMk/>
            <pc:sldMk cId="0" sldId="263"/>
            <ac:spMk id="4" creationId="{00000000-0000-0000-0000-000000000000}"/>
          </ac:spMkLst>
        </pc:spChg>
        <pc:spChg chg="mod">
          <ac:chgData name="Alba Refoyo Martínez" userId="40dfc253-5459-4055-88be-2c48984cd880" providerId="ADAL" clId="{A180C871-938B-50C5-97BB-93379BCF7A51}" dt="2026-10-12T08:22:55.506" v="1533" actId="255"/>
          <ac:spMkLst>
            <pc:docMk/>
            <pc:sldMk cId="0" sldId="263"/>
            <ac:spMk id="6" creationId="{00000000-0000-0000-0000-000000000000}"/>
          </ac:spMkLst>
        </pc:spChg>
        <pc:spChg chg="mod">
          <ac:chgData name="Alba Refoyo Martínez" userId="40dfc253-5459-4055-88be-2c48984cd880" providerId="ADAL" clId="{A180C871-938B-50C5-97BB-93379BCF7A51}" dt="2026-10-12T08:22:55.506" v="1533" actId="255"/>
          <ac:spMkLst>
            <pc:docMk/>
            <pc:sldMk cId="0" sldId="263"/>
            <ac:spMk id="8" creationId="{00000000-0000-0000-0000-000000000000}"/>
          </ac:spMkLst>
        </pc:spChg>
        <pc:spChg chg="mod">
          <ac:chgData name="Alba Refoyo Martínez" userId="40dfc253-5459-4055-88be-2c48984cd880" providerId="ADAL" clId="{A180C871-938B-50C5-97BB-93379BCF7A51}" dt="2026-10-12T08:22:55.506" v="1533" actId="255"/>
          <ac:spMkLst>
            <pc:docMk/>
            <pc:sldMk cId="0" sldId="263"/>
            <ac:spMk id="10" creationId="{00000000-0000-0000-0000-000000000000}"/>
          </ac:spMkLst>
        </pc:spChg>
        <pc:spChg chg="mod">
          <ac:chgData name="Alba Refoyo Martínez" userId="40dfc253-5459-4055-88be-2c48984cd880" providerId="ADAL" clId="{A180C871-938B-50C5-97BB-93379BCF7A51}" dt="2026-10-12T08:23:21.568" v="1539" actId="1076"/>
          <ac:spMkLst>
            <pc:docMk/>
            <pc:sldMk cId="0" sldId="263"/>
            <ac:spMk id="11" creationId="{00000000-0000-0000-0000-000000000000}"/>
          </ac:spMkLst>
        </pc:spChg>
        <pc:spChg chg="mod">
          <ac:chgData name="Alba Refoyo Martínez" userId="40dfc253-5459-4055-88be-2c48984cd880" providerId="ADAL" clId="{A180C871-938B-50C5-97BB-93379BCF7A51}" dt="2026-10-19T07:00:35.412" v="10524" actId="207"/>
          <ac:spMkLst>
            <pc:docMk/>
            <pc:sldMk cId="0" sldId="263"/>
            <ac:spMk id="13" creationId="{00000000-0000-0000-0000-000000000000}"/>
          </ac:spMkLst>
        </pc:spChg>
        <pc:spChg chg="add mod">
          <ac:chgData name="Alba Refoyo Martínez" userId="40dfc253-5459-4055-88be-2c48984cd880" providerId="ADAL" clId="{A180C871-938B-50C5-97BB-93379BCF7A51}" dt="2026-10-12T08:24:43.519" v="1582" actId="1076"/>
          <ac:spMkLst>
            <pc:docMk/>
            <pc:sldMk cId="0" sldId="263"/>
            <ac:spMk id="14" creationId="{E68861B2-1B57-11D7-A4AE-FF3CC51538E7}"/>
          </ac:spMkLst>
        </pc:spChg>
        <pc:grpChg chg="add mod">
          <ac:chgData name="Alba Refoyo Martínez" userId="40dfc253-5459-4055-88be-2c48984cd880" providerId="ADAL" clId="{A180C871-938B-50C5-97BB-93379BCF7A51}" dt="2026-10-12T08:23:12.894" v="1535" actId="14100"/>
          <ac:grpSpMkLst>
            <pc:docMk/>
            <pc:sldMk cId="0" sldId="263"/>
            <ac:grpSpMk id="17" creationId="{DEC0FAB7-1216-21D2-4E0D-84C02132B206}"/>
          </ac:grpSpMkLst>
        </pc:grpChg>
        <pc:picChg chg="mod">
          <ac:chgData name="Alba Refoyo Martínez" userId="40dfc253-5459-4055-88be-2c48984cd880" providerId="ADAL" clId="{A180C871-938B-50C5-97BB-93379BCF7A51}" dt="2026-10-12T08:24:38.972" v="1581" actId="14100"/>
          <ac:picMkLst>
            <pc:docMk/>
            <pc:sldMk cId="0" sldId="263"/>
            <ac:picMk id="16" creationId="{8E6C4285-FC29-4CE8-FA59-E6D0FA30F75B}"/>
          </ac:picMkLst>
        </pc:picChg>
      </pc:sldChg>
      <pc:sldChg chg="addSp modSp mod ord modNotesTx">
        <pc:chgData name="Alba Refoyo Martínez" userId="40dfc253-5459-4055-88be-2c48984cd880" providerId="ADAL" clId="{A180C871-938B-50C5-97BB-93379BCF7A51}" dt="2026-10-19T06:57:51.127" v="10518" actId="20577"/>
        <pc:sldMkLst>
          <pc:docMk/>
          <pc:sldMk cId="0" sldId="264"/>
        </pc:sldMkLst>
        <pc:spChg chg="mod">
          <ac:chgData name="Alba Refoyo Martínez" userId="40dfc253-5459-4055-88be-2c48984cd880" providerId="ADAL" clId="{A180C871-938B-50C5-97BB-93379BCF7A51}" dt="2026-10-12T09:47:16.247" v="2382" actId="1036"/>
          <ac:spMkLst>
            <pc:docMk/>
            <pc:sldMk cId="0" sldId="264"/>
            <ac:spMk id="3" creationId="{00000000-0000-0000-0000-000000000000}"/>
          </ac:spMkLst>
        </pc:spChg>
        <pc:spChg chg="mod">
          <ac:chgData name="Alba Refoyo Martínez" userId="40dfc253-5459-4055-88be-2c48984cd880" providerId="ADAL" clId="{A180C871-938B-50C5-97BB-93379BCF7A51}" dt="2026-10-12T09:47:16.247" v="2382" actId="1036"/>
          <ac:spMkLst>
            <pc:docMk/>
            <pc:sldMk cId="0" sldId="264"/>
            <ac:spMk id="4" creationId="{00000000-0000-0000-0000-000000000000}"/>
          </ac:spMkLst>
        </pc:spChg>
        <pc:spChg chg="mod">
          <ac:chgData name="Alba Refoyo Martínez" userId="40dfc253-5459-4055-88be-2c48984cd880" providerId="ADAL" clId="{A180C871-938B-50C5-97BB-93379BCF7A51}" dt="2026-10-12T09:47:16.247" v="2382" actId="1036"/>
          <ac:spMkLst>
            <pc:docMk/>
            <pc:sldMk cId="0" sldId="264"/>
            <ac:spMk id="5" creationId="{00000000-0000-0000-0000-000000000000}"/>
          </ac:spMkLst>
        </pc:spChg>
        <pc:spChg chg="mod">
          <ac:chgData name="Alba Refoyo Martínez" userId="40dfc253-5459-4055-88be-2c48984cd880" providerId="ADAL" clId="{A180C871-938B-50C5-97BB-93379BCF7A51}" dt="2026-10-16T11:54:57.442" v="4879" actId="20577"/>
          <ac:spMkLst>
            <pc:docMk/>
            <pc:sldMk cId="0" sldId="264"/>
            <ac:spMk id="6" creationId="{00000000-0000-0000-0000-000000000000}"/>
          </ac:spMkLst>
        </pc:spChg>
        <pc:spChg chg="mod">
          <ac:chgData name="Alba Refoyo Martínez" userId="40dfc253-5459-4055-88be-2c48984cd880" providerId="ADAL" clId="{A180C871-938B-50C5-97BB-93379BCF7A51}" dt="2026-10-12T09:47:16.247" v="2382" actId="1036"/>
          <ac:spMkLst>
            <pc:docMk/>
            <pc:sldMk cId="0" sldId="264"/>
            <ac:spMk id="7" creationId="{00000000-0000-0000-0000-000000000000}"/>
          </ac:spMkLst>
        </pc:spChg>
        <pc:spChg chg="mod">
          <ac:chgData name="Alba Refoyo Martínez" userId="40dfc253-5459-4055-88be-2c48984cd880" providerId="ADAL" clId="{A180C871-938B-50C5-97BB-93379BCF7A51}" dt="2026-10-12T09:47:16.247" v="2382" actId="1036"/>
          <ac:spMkLst>
            <pc:docMk/>
            <pc:sldMk cId="0" sldId="264"/>
            <ac:spMk id="8" creationId="{00000000-0000-0000-0000-000000000000}"/>
          </ac:spMkLst>
        </pc:spChg>
        <pc:spChg chg="mod">
          <ac:chgData name="Alba Refoyo Martínez" userId="40dfc253-5459-4055-88be-2c48984cd880" providerId="ADAL" clId="{A180C871-938B-50C5-97BB-93379BCF7A51}" dt="2026-10-16T11:52:51.381" v="4838" actId="27636"/>
          <ac:spMkLst>
            <pc:docMk/>
            <pc:sldMk cId="0" sldId="264"/>
            <ac:spMk id="9" creationId="{00000000-0000-0000-0000-000000000000}"/>
          </ac:spMkLst>
        </pc:spChg>
        <pc:spChg chg="mod">
          <ac:chgData name="Alba Refoyo Martínez" userId="40dfc253-5459-4055-88be-2c48984cd880" providerId="ADAL" clId="{A180C871-938B-50C5-97BB-93379BCF7A51}" dt="2026-10-16T11:52:18.469" v="4809" actId="20577"/>
          <ac:spMkLst>
            <pc:docMk/>
            <pc:sldMk cId="0" sldId="264"/>
            <ac:spMk id="10" creationId="{00000000-0000-0000-0000-000000000000}"/>
          </ac:spMkLst>
        </pc:spChg>
        <pc:spChg chg="mod">
          <ac:chgData name="Alba Refoyo Martínez" userId="40dfc253-5459-4055-88be-2c48984cd880" providerId="ADAL" clId="{A180C871-938B-50C5-97BB-93379BCF7A51}" dt="2026-10-12T09:47:21.011" v="2402" actId="1036"/>
          <ac:spMkLst>
            <pc:docMk/>
            <pc:sldMk cId="0" sldId="264"/>
            <ac:spMk id="11" creationId="{00000000-0000-0000-0000-000000000000}"/>
          </ac:spMkLst>
        </pc:spChg>
        <pc:spChg chg="mod">
          <ac:chgData name="Alba Refoyo Martínez" userId="40dfc253-5459-4055-88be-2c48984cd880" providerId="ADAL" clId="{A180C871-938B-50C5-97BB-93379BCF7A51}" dt="2026-10-16T11:55:58.852" v="4889"/>
          <ac:spMkLst>
            <pc:docMk/>
            <pc:sldMk cId="0" sldId="264"/>
            <ac:spMk id="12" creationId="{00000000-0000-0000-0000-000000000000}"/>
          </ac:spMkLst>
        </pc:spChg>
        <pc:picChg chg="add mod">
          <ac:chgData name="Alba Refoyo Martínez" userId="40dfc253-5459-4055-88be-2c48984cd880" providerId="ADAL" clId="{A180C871-938B-50C5-97BB-93379BCF7A51}" dt="2026-10-19T06:57:24.743" v="10512" actId="1036"/>
          <ac:picMkLst>
            <pc:docMk/>
            <pc:sldMk cId="0" sldId="264"/>
            <ac:picMk id="14" creationId="{50E49E06-0577-379D-C6C5-A3CBE421C86D}"/>
          </ac:picMkLst>
        </pc:picChg>
      </pc:sldChg>
      <pc:sldChg chg="modSp mod modNotesTx">
        <pc:chgData name="Alba Refoyo Martínez" userId="40dfc253-5459-4055-88be-2c48984cd880" providerId="ADAL" clId="{A180C871-938B-50C5-97BB-93379BCF7A51}" dt="2026-10-18T09:11:19.776" v="8993" actId="20577"/>
        <pc:sldMkLst>
          <pc:docMk/>
          <pc:sldMk cId="0" sldId="265"/>
        </pc:sldMkLst>
        <pc:spChg chg="mod">
          <ac:chgData name="Alba Refoyo Martínez" userId="40dfc253-5459-4055-88be-2c48984cd880" providerId="ADAL" clId="{A180C871-938B-50C5-97BB-93379BCF7A51}" dt="2026-10-16T12:05:13.861" v="5283" actId="27636"/>
          <ac:spMkLst>
            <pc:docMk/>
            <pc:sldMk cId="0" sldId="265"/>
            <ac:spMk id="4" creationId="{00000000-0000-0000-0000-000000000000}"/>
          </ac:spMkLst>
        </pc:spChg>
      </pc:sldChg>
      <pc:sldChg chg="addSp delSp modSp mod modNotesTx">
        <pc:chgData name="Alba Refoyo Martínez" userId="40dfc253-5459-4055-88be-2c48984cd880" providerId="ADAL" clId="{A180C871-938B-50C5-97BB-93379BCF7A51}" dt="2026-10-19T07:04:56.528" v="10537" actId="1076"/>
        <pc:sldMkLst>
          <pc:docMk/>
          <pc:sldMk cId="0" sldId="266"/>
        </pc:sldMkLst>
        <pc:spChg chg="mod">
          <ac:chgData name="Alba Refoyo Martínez" userId="40dfc253-5459-4055-88be-2c48984cd880" providerId="ADAL" clId="{A180C871-938B-50C5-97BB-93379BCF7A51}" dt="2026-10-18T09:12:39.705" v="9100" actId="27636"/>
          <ac:spMkLst>
            <pc:docMk/>
            <pc:sldMk cId="0" sldId="266"/>
            <ac:spMk id="2" creationId="{00000000-0000-0000-0000-000000000000}"/>
          </ac:spMkLst>
        </pc:spChg>
        <pc:spChg chg="mod">
          <ac:chgData name="Alba Refoyo Martínez" userId="40dfc253-5459-4055-88be-2c48984cd880" providerId="ADAL" clId="{A180C871-938B-50C5-97BB-93379BCF7A51}" dt="2026-10-12T06:42:38.521" v="62" actId="27636"/>
          <ac:spMkLst>
            <pc:docMk/>
            <pc:sldMk cId="0" sldId="266"/>
            <ac:spMk id="3"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4"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5"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6" creationId="{00000000-0000-0000-0000-000000000000}"/>
          </ac:spMkLst>
        </pc:spChg>
        <pc:spChg chg="mod">
          <ac:chgData name="Alba Refoyo Martínez" userId="40dfc253-5459-4055-88be-2c48984cd880" providerId="ADAL" clId="{A180C871-938B-50C5-97BB-93379BCF7A51}" dt="2026-10-12T06:42:38.520" v="59" actId="27636"/>
          <ac:spMkLst>
            <pc:docMk/>
            <pc:sldMk cId="0" sldId="266"/>
            <ac:spMk id="7" creationId="{00000000-0000-0000-0000-000000000000}"/>
          </ac:spMkLst>
        </pc:spChg>
        <pc:spChg chg="mod">
          <ac:chgData name="Alba Refoyo Martínez" userId="40dfc253-5459-4055-88be-2c48984cd880" providerId="ADAL" clId="{A180C871-938B-50C5-97BB-93379BCF7A51}" dt="2026-10-12T06:42:38.520" v="58" actId="27636"/>
          <ac:spMkLst>
            <pc:docMk/>
            <pc:sldMk cId="0" sldId="266"/>
            <ac:spMk id="8"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9"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10" creationId="{00000000-0000-0000-0000-000000000000}"/>
          </ac:spMkLst>
        </pc:spChg>
        <pc:spChg chg="mod">
          <ac:chgData name="Alba Refoyo Martínez" userId="40dfc253-5459-4055-88be-2c48984cd880" providerId="ADAL" clId="{A180C871-938B-50C5-97BB-93379BCF7A51}" dt="2026-10-19T07:04:11.912" v="10536" actId="20577"/>
          <ac:spMkLst>
            <pc:docMk/>
            <pc:sldMk cId="0" sldId="266"/>
            <ac:spMk id="12" creationId="{00000000-0000-0000-0000-000000000000}"/>
          </ac:spMkLst>
        </pc:spChg>
        <pc:spChg chg="mod">
          <ac:chgData name="Alba Refoyo Martínez" userId="40dfc253-5459-4055-88be-2c48984cd880" providerId="ADAL" clId="{A180C871-938B-50C5-97BB-93379BCF7A51}" dt="2026-10-12T06:42:38.518" v="53" actId="27636"/>
          <ac:spMkLst>
            <pc:docMk/>
            <pc:sldMk cId="0" sldId="266"/>
            <ac:spMk id="13" creationId="{00000000-0000-0000-0000-000000000000}"/>
          </ac:spMkLst>
        </pc:spChg>
        <pc:spChg chg="mod">
          <ac:chgData name="Alba Refoyo Martínez" userId="40dfc253-5459-4055-88be-2c48984cd880" providerId="ADAL" clId="{A180C871-938B-50C5-97BB-93379BCF7A51}" dt="2026-10-12T06:42:38.517" v="52" actId="27636"/>
          <ac:spMkLst>
            <pc:docMk/>
            <pc:sldMk cId="0" sldId="266"/>
            <ac:spMk id="14" creationId="{00000000-0000-0000-0000-000000000000}"/>
          </ac:spMkLst>
        </pc:spChg>
        <pc:spChg chg="mod">
          <ac:chgData name="Alba Refoyo Martínez" userId="40dfc253-5459-4055-88be-2c48984cd880" providerId="ADAL" clId="{A180C871-938B-50C5-97BB-93379BCF7A51}" dt="2026-10-12T06:42:38.517" v="51" actId="27636"/>
          <ac:spMkLst>
            <pc:docMk/>
            <pc:sldMk cId="0" sldId="266"/>
            <ac:spMk id="15"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16"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17"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18" creationId="{00000000-0000-0000-0000-000000000000}"/>
          </ac:spMkLst>
        </pc:spChg>
        <pc:spChg chg="mod">
          <ac:chgData name="Alba Refoyo Martínez" userId="40dfc253-5459-4055-88be-2c48984cd880" providerId="ADAL" clId="{A180C871-938B-50C5-97BB-93379BCF7A51}" dt="2026-10-12T06:42:38.516" v="48" actId="27636"/>
          <ac:spMkLst>
            <pc:docMk/>
            <pc:sldMk cId="0" sldId="266"/>
            <ac:spMk id="20"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21" creationId="{00000000-0000-0000-0000-000000000000}"/>
          </ac:spMkLst>
        </pc:spChg>
        <pc:spChg chg="mod">
          <ac:chgData name="Alba Refoyo Martínez" userId="40dfc253-5459-4055-88be-2c48984cd880" providerId="ADAL" clId="{A180C871-938B-50C5-97BB-93379BCF7A51}" dt="2026-10-12T08:32:43.859" v="1656" actId="1036"/>
          <ac:spMkLst>
            <pc:docMk/>
            <pc:sldMk cId="0" sldId="266"/>
            <ac:spMk id="22" creationId="{00000000-0000-0000-0000-000000000000}"/>
          </ac:spMkLst>
        </pc:spChg>
        <pc:spChg chg="mod">
          <ac:chgData name="Alba Refoyo Martínez" userId="40dfc253-5459-4055-88be-2c48984cd880" providerId="ADAL" clId="{A180C871-938B-50C5-97BB-93379BCF7A51}" dt="2026-10-12T06:42:38.519" v="57" actId="27636"/>
          <ac:spMkLst>
            <pc:docMk/>
            <pc:sldMk cId="0" sldId="266"/>
            <ac:spMk id="23" creationId="{00000000-0000-0000-0000-000000000000}"/>
          </ac:spMkLst>
        </pc:spChg>
        <pc:spChg chg="mod">
          <ac:chgData name="Alba Refoyo Martínez" userId="40dfc253-5459-4055-88be-2c48984cd880" providerId="ADAL" clId="{A180C871-938B-50C5-97BB-93379BCF7A51}" dt="2026-10-12T06:42:38.519" v="56" actId="27636"/>
          <ac:spMkLst>
            <pc:docMk/>
            <pc:sldMk cId="0" sldId="266"/>
            <ac:spMk id="25" creationId="{00000000-0000-0000-0000-000000000000}"/>
          </ac:spMkLst>
        </pc:spChg>
        <pc:spChg chg="mod">
          <ac:chgData name="Alba Refoyo Martínez" userId="40dfc253-5459-4055-88be-2c48984cd880" providerId="ADAL" clId="{A180C871-938B-50C5-97BB-93379BCF7A51}" dt="2026-10-19T07:04:56.528" v="10537" actId="1076"/>
          <ac:spMkLst>
            <pc:docMk/>
            <pc:sldMk cId="0" sldId="266"/>
            <ac:spMk id="26" creationId="{00000000-0000-0000-0000-000000000000}"/>
          </ac:spMkLst>
        </pc:spChg>
        <pc:picChg chg="mod">
          <ac:chgData name="Alba Refoyo Martínez" userId="40dfc253-5459-4055-88be-2c48984cd880" providerId="ADAL" clId="{A180C871-938B-50C5-97BB-93379BCF7A51}" dt="2026-10-12T08:32:28.388" v="1634" actId="1035"/>
          <ac:picMkLst>
            <pc:docMk/>
            <pc:sldMk cId="0" sldId="266"/>
            <ac:picMk id="11" creationId="{00000000-0000-0000-0000-000000000000}"/>
          </ac:picMkLst>
        </pc:picChg>
      </pc:sldChg>
      <pc:sldChg chg="addSp delSp modSp mod modNotesTx">
        <pc:chgData name="Alba Refoyo Martínez" userId="40dfc253-5459-4055-88be-2c48984cd880" providerId="ADAL" clId="{A180C871-938B-50C5-97BB-93379BCF7A51}" dt="2026-10-19T07:12:06.990" v="10545" actId="113"/>
        <pc:sldMkLst>
          <pc:docMk/>
          <pc:sldMk cId="0" sldId="267"/>
        </pc:sldMkLst>
        <pc:spChg chg="mod">
          <ac:chgData name="Alba Refoyo Martínez" userId="40dfc253-5459-4055-88be-2c48984cd880" providerId="ADAL" clId="{A180C871-938B-50C5-97BB-93379BCF7A51}" dt="2026-10-12T08:34:38.724" v="1663" actId="1036"/>
          <ac:spMkLst>
            <pc:docMk/>
            <pc:sldMk cId="0" sldId="267"/>
            <ac:spMk id="9"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10"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11" creationId="{00000000-0000-0000-0000-000000000000}"/>
          </ac:spMkLst>
        </pc:spChg>
        <pc:spChg chg="mod">
          <ac:chgData name="Alba Refoyo Martínez" userId="40dfc253-5459-4055-88be-2c48984cd880" providerId="ADAL" clId="{A180C871-938B-50C5-97BB-93379BCF7A51}" dt="2026-10-12T08:38:55.908" v="1751" actId="1036"/>
          <ac:spMkLst>
            <pc:docMk/>
            <pc:sldMk cId="0" sldId="267"/>
            <ac:spMk id="13"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14" creationId="{00000000-0000-0000-0000-000000000000}"/>
          </ac:spMkLst>
        </pc:spChg>
        <pc:spChg chg="mod">
          <ac:chgData name="Alba Refoyo Martínez" userId="40dfc253-5459-4055-88be-2c48984cd880" providerId="ADAL" clId="{A180C871-938B-50C5-97BB-93379BCF7A51}" dt="2026-10-18T09:21:42.035" v="9228" actId="1035"/>
          <ac:spMkLst>
            <pc:docMk/>
            <pc:sldMk cId="0" sldId="267"/>
            <ac:spMk id="15" creationId="{00000000-0000-0000-0000-000000000000}"/>
          </ac:spMkLst>
        </pc:spChg>
        <pc:spChg chg="mod">
          <ac:chgData name="Alba Refoyo Martínez" userId="40dfc253-5459-4055-88be-2c48984cd880" providerId="ADAL" clId="{A180C871-938B-50C5-97BB-93379BCF7A51}" dt="2026-10-12T06:42:38.558" v="76" actId="27636"/>
          <ac:spMkLst>
            <pc:docMk/>
            <pc:sldMk cId="0" sldId="267"/>
            <ac:spMk id="17" creationId="{00000000-0000-0000-0000-000000000000}"/>
          </ac:spMkLst>
        </pc:spChg>
        <pc:spChg chg="mod">
          <ac:chgData name="Alba Refoyo Martínez" userId="40dfc253-5459-4055-88be-2c48984cd880" providerId="ADAL" clId="{A180C871-938B-50C5-97BB-93379BCF7A51}" dt="2026-10-18T09:21:42.035" v="9228" actId="1035"/>
          <ac:spMkLst>
            <pc:docMk/>
            <pc:sldMk cId="0" sldId="267"/>
            <ac:spMk id="18"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19"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20"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21"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22" creationId="{00000000-0000-0000-0000-000000000000}"/>
          </ac:spMkLst>
        </pc:spChg>
        <pc:spChg chg="mod">
          <ac:chgData name="Alba Refoyo Martínez" userId="40dfc253-5459-4055-88be-2c48984cd880" providerId="ADAL" clId="{A180C871-938B-50C5-97BB-93379BCF7A51}" dt="2026-10-19T07:12:06.990" v="10545" actId="113"/>
          <ac:spMkLst>
            <pc:docMk/>
            <pc:sldMk cId="0" sldId="267"/>
            <ac:spMk id="23" creationId="{00000000-0000-0000-0000-000000000000}"/>
          </ac:spMkLst>
        </pc:spChg>
        <pc:spChg chg="mod">
          <ac:chgData name="Alba Refoyo Martínez" userId="40dfc253-5459-4055-88be-2c48984cd880" providerId="ADAL" clId="{A180C871-938B-50C5-97BB-93379BCF7A51}" dt="2026-10-12T08:34:38.724" v="1663" actId="1036"/>
          <ac:spMkLst>
            <pc:docMk/>
            <pc:sldMk cId="0" sldId="267"/>
            <ac:spMk id="27" creationId="{00000000-0000-0000-0000-000000000000}"/>
          </ac:spMkLst>
        </pc:spChg>
        <pc:grpChg chg="add mod">
          <ac:chgData name="Alba Refoyo Martínez" userId="40dfc253-5459-4055-88be-2c48984cd880" providerId="ADAL" clId="{A180C871-938B-50C5-97BB-93379BCF7A51}" dt="2026-10-12T08:38:55.908" v="1751" actId="1036"/>
          <ac:grpSpMkLst>
            <pc:docMk/>
            <pc:sldMk cId="0" sldId="267"/>
            <ac:grpSpMk id="29" creationId="{5598F576-13EB-D9A0-63CA-8CF834CD6BD7}"/>
          </ac:grpSpMkLst>
        </pc:grpChg>
      </pc:sldChg>
      <pc:sldChg chg="addSp delSp modSp mod modAnim modNotesTx">
        <pc:chgData name="Alba Refoyo Martínez" userId="40dfc253-5459-4055-88be-2c48984cd880" providerId="ADAL" clId="{A180C871-938B-50C5-97BB-93379BCF7A51}" dt="2026-10-19T07:19:25.875" v="10671" actId="20577"/>
        <pc:sldMkLst>
          <pc:docMk/>
          <pc:sldMk cId="0" sldId="268"/>
        </pc:sldMkLst>
        <pc:spChg chg="mod">
          <ac:chgData name="Alba Refoyo Martínez" userId="40dfc253-5459-4055-88be-2c48984cd880" providerId="ADAL" clId="{A180C871-938B-50C5-97BB-93379BCF7A51}" dt="2026-10-18T09:40:05.553" v="9701" actId="1076"/>
          <ac:spMkLst>
            <pc:docMk/>
            <pc:sldMk cId="0" sldId="268"/>
            <ac:spMk id="4" creationId="{00000000-0000-0000-0000-000000000000}"/>
          </ac:spMkLst>
        </pc:spChg>
        <pc:spChg chg="mod">
          <ac:chgData name="Alba Refoyo Martínez" userId="40dfc253-5459-4055-88be-2c48984cd880" providerId="ADAL" clId="{A180C871-938B-50C5-97BB-93379BCF7A51}" dt="2026-10-19T07:19:25.875" v="10671" actId="20577"/>
          <ac:spMkLst>
            <pc:docMk/>
            <pc:sldMk cId="0" sldId="268"/>
            <ac:spMk id="5" creationId="{00000000-0000-0000-0000-000000000000}"/>
          </ac:spMkLst>
        </pc:spChg>
        <pc:spChg chg="mod">
          <ac:chgData name="Alba Refoyo Martínez" userId="40dfc253-5459-4055-88be-2c48984cd880" providerId="ADAL" clId="{A180C871-938B-50C5-97BB-93379BCF7A51}" dt="2026-10-16T12:36:05.555" v="6222" actId="1035"/>
          <ac:spMkLst>
            <pc:docMk/>
            <pc:sldMk cId="0" sldId="268"/>
            <ac:spMk id="6" creationId="{00000000-0000-0000-0000-000000000000}"/>
          </ac:spMkLst>
        </pc:spChg>
        <pc:spChg chg="mod">
          <ac:chgData name="Alba Refoyo Martínez" userId="40dfc253-5459-4055-88be-2c48984cd880" providerId="ADAL" clId="{A180C871-938B-50C5-97BB-93379BCF7A51}" dt="2026-10-18T09:40:20.691" v="9705" actId="1076"/>
          <ac:spMkLst>
            <pc:docMk/>
            <pc:sldMk cId="0" sldId="268"/>
            <ac:spMk id="7" creationId="{00000000-0000-0000-0000-000000000000}"/>
          </ac:spMkLst>
        </pc:spChg>
        <pc:spChg chg="mod">
          <ac:chgData name="Alba Refoyo Martínez" userId="40dfc253-5459-4055-88be-2c48984cd880" providerId="ADAL" clId="{A180C871-938B-50C5-97BB-93379BCF7A51}" dt="2026-10-16T12:36:05.555" v="6222" actId="1035"/>
          <ac:spMkLst>
            <pc:docMk/>
            <pc:sldMk cId="0" sldId="268"/>
            <ac:spMk id="8" creationId="{00000000-0000-0000-0000-000000000000}"/>
          </ac:spMkLst>
        </pc:spChg>
        <pc:spChg chg="mod">
          <ac:chgData name="Alba Refoyo Martínez" userId="40dfc253-5459-4055-88be-2c48984cd880" providerId="ADAL" clId="{A180C871-938B-50C5-97BB-93379BCF7A51}" dt="2026-10-16T12:36:05.555" v="6222" actId="1035"/>
          <ac:spMkLst>
            <pc:docMk/>
            <pc:sldMk cId="0" sldId="268"/>
            <ac:spMk id="9" creationId="{00000000-0000-0000-0000-000000000000}"/>
          </ac:spMkLst>
        </pc:spChg>
        <pc:spChg chg="add del mod">
          <ac:chgData name="Alba Refoyo Martínez" userId="40dfc253-5459-4055-88be-2c48984cd880" providerId="ADAL" clId="{A180C871-938B-50C5-97BB-93379BCF7A51}" dt="2026-10-18T09:39:19.206" v="9685"/>
          <ac:spMkLst>
            <pc:docMk/>
            <pc:sldMk cId="0" sldId="268"/>
            <ac:spMk id="11" creationId="{20C2D399-552C-358D-79E0-7EB7E9BD00E9}"/>
          </ac:spMkLst>
        </pc:spChg>
        <pc:picChg chg="mod">
          <ac:chgData name="Alba Refoyo Martínez" userId="40dfc253-5459-4055-88be-2c48984cd880" providerId="ADAL" clId="{A180C871-938B-50C5-97BB-93379BCF7A51}" dt="2026-10-18T09:40:05.553" v="9701" actId="1076"/>
          <ac:picMkLst>
            <pc:docMk/>
            <pc:sldMk cId="0" sldId="268"/>
            <ac:picMk id="3" creationId="{00000000-0000-0000-0000-000000000000}"/>
          </ac:picMkLst>
        </pc:picChg>
      </pc:sldChg>
      <pc:sldChg chg="modSp mod ord">
        <pc:chgData name="Alba Refoyo Martínez" userId="40dfc253-5459-4055-88be-2c48984cd880" providerId="ADAL" clId="{A180C871-938B-50C5-97BB-93379BCF7A51}" dt="2026-10-16T12:37:46.810" v="6224" actId="20578"/>
        <pc:sldMkLst>
          <pc:docMk/>
          <pc:sldMk cId="0" sldId="269"/>
        </pc:sldMkLst>
        <pc:spChg chg="mod">
          <ac:chgData name="Alba Refoyo Martínez" userId="40dfc253-5459-4055-88be-2c48984cd880" providerId="ADAL" clId="{A180C871-938B-50C5-97BB-93379BCF7A51}" dt="2026-10-12T06:42:38.572" v="83" actId="27636"/>
          <ac:spMkLst>
            <pc:docMk/>
            <pc:sldMk cId="0" sldId="269"/>
            <ac:spMk id="3" creationId="{00000000-0000-0000-0000-000000000000}"/>
          </ac:spMkLst>
        </pc:spChg>
      </pc:sldChg>
      <pc:sldChg chg="addSp delSp modSp mod modNotesTx">
        <pc:chgData name="Alba Refoyo Martínez" userId="40dfc253-5459-4055-88be-2c48984cd880" providerId="ADAL" clId="{A180C871-938B-50C5-97BB-93379BCF7A51}" dt="2026-10-18T09:48:10.085" v="9846" actId="20577"/>
        <pc:sldMkLst>
          <pc:docMk/>
          <pc:sldMk cId="0" sldId="270"/>
        </pc:sldMkLst>
        <pc:spChg chg="mod">
          <ac:chgData name="Alba Refoyo Martínez" userId="40dfc253-5459-4055-88be-2c48984cd880" providerId="ADAL" clId="{A180C871-938B-50C5-97BB-93379BCF7A51}" dt="2026-10-18T09:35:53.624" v="9565" actId="20577"/>
          <ac:spMkLst>
            <pc:docMk/>
            <pc:sldMk cId="0" sldId="270"/>
            <ac:spMk id="2" creationId="{00000000-0000-0000-0000-000000000000}"/>
          </ac:spMkLst>
        </pc:spChg>
        <pc:spChg chg="mod">
          <ac:chgData name="Alba Refoyo Martínez" userId="40dfc253-5459-4055-88be-2c48984cd880" providerId="ADAL" clId="{A180C871-938B-50C5-97BB-93379BCF7A51}" dt="2026-10-18T09:47:40.124" v="9838" actId="1036"/>
          <ac:spMkLst>
            <pc:docMk/>
            <pc:sldMk cId="0" sldId="270"/>
            <ac:spMk id="3" creationId="{00000000-0000-0000-0000-000000000000}"/>
          </ac:spMkLst>
        </pc:spChg>
        <pc:spChg chg="mod">
          <ac:chgData name="Alba Refoyo Martínez" userId="40dfc253-5459-4055-88be-2c48984cd880" providerId="ADAL" clId="{A180C871-938B-50C5-97BB-93379BCF7A51}" dt="2026-10-12T06:42:38.576" v="88" actId="27636"/>
          <ac:spMkLst>
            <pc:docMk/>
            <pc:sldMk cId="0" sldId="270"/>
            <ac:spMk id="4" creationId="{00000000-0000-0000-0000-000000000000}"/>
          </ac:spMkLst>
        </pc:spChg>
        <pc:spChg chg="mod">
          <ac:chgData name="Alba Refoyo Martínez" userId="40dfc253-5459-4055-88be-2c48984cd880" providerId="ADAL" clId="{A180C871-938B-50C5-97BB-93379BCF7A51}" dt="2026-10-18T09:46:08.249" v="9819" actId="1036"/>
          <ac:spMkLst>
            <pc:docMk/>
            <pc:sldMk cId="0" sldId="270"/>
            <ac:spMk id="5" creationId="{00000000-0000-0000-0000-000000000000}"/>
          </ac:spMkLst>
        </pc:spChg>
        <pc:spChg chg="mod">
          <ac:chgData name="Alba Refoyo Martínez" userId="40dfc253-5459-4055-88be-2c48984cd880" providerId="ADAL" clId="{A180C871-938B-50C5-97BB-93379BCF7A51}" dt="2026-10-18T09:47:49.764" v="9845" actId="1036"/>
          <ac:spMkLst>
            <pc:docMk/>
            <pc:sldMk cId="0" sldId="270"/>
            <ac:spMk id="6" creationId="{00000000-0000-0000-0000-000000000000}"/>
          </ac:spMkLst>
        </pc:spChg>
        <pc:spChg chg="del mod">
          <ac:chgData name="Alba Refoyo Martínez" userId="40dfc253-5459-4055-88be-2c48984cd880" providerId="ADAL" clId="{A180C871-938B-50C5-97BB-93379BCF7A51}" dt="2026-10-18T09:43:45.413" v="9761" actId="478"/>
          <ac:spMkLst>
            <pc:docMk/>
            <pc:sldMk cId="0" sldId="270"/>
            <ac:spMk id="8" creationId="{00000000-0000-0000-0000-000000000000}"/>
          </ac:spMkLst>
        </pc:spChg>
        <pc:spChg chg="add mod">
          <ac:chgData name="Alba Refoyo Martínez" userId="40dfc253-5459-4055-88be-2c48984cd880" providerId="ADAL" clId="{A180C871-938B-50C5-97BB-93379BCF7A51}" dt="2026-10-18T09:43:52.385" v="9763" actId="403"/>
          <ac:spMkLst>
            <pc:docMk/>
            <pc:sldMk cId="0" sldId="270"/>
            <ac:spMk id="10" creationId="{B835B17F-6161-365B-C775-AB562A56996E}"/>
          </ac:spMkLst>
        </pc:spChg>
        <pc:spChg chg="add mod">
          <ac:chgData name="Alba Refoyo Martínez" userId="40dfc253-5459-4055-88be-2c48984cd880" providerId="ADAL" clId="{A180C871-938B-50C5-97BB-93379BCF7A51}" dt="2026-10-18T09:47:33.557" v="9837" actId="13822"/>
          <ac:spMkLst>
            <pc:docMk/>
            <pc:sldMk cId="0" sldId="270"/>
            <ac:spMk id="11" creationId="{D9976360-4CC6-BDC4-6648-D682E72F4713}"/>
          </ac:spMkLst>
        </pc:spChg>
        <pc:picChg chg="mod">
          <ac:chgData name="Alba Refoyo Martínez" userId="40dfc253-5459-4055-88be-2c48984cd880" providerId="ADAL" clId="{A180C871-938B-50C5-97BB-93379BCF7A51}" dt="2026-10-18T09:47:45.565" v="9840" actId="1036"/>
          <ac:picMkLst>
            <pc:docMk/>
            <pc:sldMk cId="0" sldId="270"/>
            <ac:picMk id="7" creationId="{00000000-0000-0000-0000-000000000000}"/>
          </ac:picMkLst>
        </pc:picChg>
      </pc:sldChg>
      <pc:sldChg chg="modSp mod modNotesTx">
        <pc:chgData name="Alba Refoyo Martínez" userId="40dfc253-5459-4055-88be-2c48984cd880" providerId="ADAL" clId="{A180C871-938B-50C5-97BB-93379BCF7A51}" dt="2026-10-19T07:21:51.177" v="10681" actId="20577"/>
        <pc:sldMkLst>
          <pc:docMk/>
          <pc:sldMk cId="0" sldId="271"/>
        </pc:sldMkLst>
        <pc:spChg chg="mod">
          <ac:chgData name="Alba Refoyo Martínez" userId="40dfc253-5459-4055-88be-2c48984cd880" providerId="ADAL" clId="{A180C871-938B-50C5-97BB-93379BCF7A51}" dt="2026-10-18T09:49:47.300" v="9957" actId="20577"/>
          <ac:spMkLst>
            <pc:docMk/>
            <pc:sldMk cId="0" sldId="271"/>
            <ac:spMk id="3" creationId="{00000000-0000-0000-0000-000000000000}"/>
          </ac:spMkLst>
        </pc:spChg>
        <pc:spChg chg="mod">
          <ac:chgData name="Alba Refoyo Martínez" userId="40dfc253-5459-4055-88be-2c48984cd880" providerId="ADAL" clId="{A180C871-938B-50C5-97BB-93379BCF7A51}" dt="2026-10-16T12:54:09.616" v="6825" actId="1076"/>
          <ac:spMkLst>
            <pc:docMk/>
            <pc:sldMk cId="0" sldId="271"/>
            <ac:spMk id="4" creationId="{00000000-0000-0000-0000-000000000000}"/>
          </ac:spMkLst>
        </pc:spChg>
        <pc:spChg chg="mod">
          <ac:chgData name="Alba Refoyo Martínez" userId="40dfc253-5459-4055-88be-2c48984cd880" providerId="ADAL" clId="{A180C871-938B-50C5-97BB-93379BCF7A51}" dt="2026-10-12T06:42:38.582" v="91" actId="27636"/>
          <ac:spMkLst>
            <pc:docMk/>
            <pc:sldMk cId="0" sldId="271"/>
            <ac:spMk id="8" creationId="{00000000-0000-0000-0000-000000000000}"/>
          </ac:spMkLst>
        </pc:spChg>
      </pc:sldChg>
      <pc:sldChg chg="delSp modSp mod modNotesTx">
        <pc:chgData name="Alba Refoyo Martínez" userId="40dfc253-5459-4055-88be-2c48984cd880" providerId="ADAL" clId="{A180C871-938B-50C5-97BB-93379BCF7A51}" dt="2026-10-19T07:23:34.452" v="10682" actId="20577"/>
        <pc:sldMkLst>
          <pc:docMk/>
          <pc:sldMk cId="0" sldId="272"/>
        </pc:sldMkLst>
        <pc:spChg chg="mod">
          <ac:chgData name="Alba Refoyo Martínez" userId="40dfc253-5459-4055-88be-2c48984cd880" providerId="ADAL" clId="{A180C871-938B-50C5-97BB-93379BCF7A51}" dt="2026-10-16T12:56:19.742" v="6897" actId="20577"/>
          <ac:spMkLst>
            <pc:docMk/>
            <pc:sldMk cId="0" sldId="272"/>
            <ac:spMk id="2"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4"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5"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6"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7"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8"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9"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10" creationId="{00000000-0000-0000-0000-000000000000}"/>
          </ac:spMkLst>
        </pc:spChg>
        <pc:spChg chg="mod">
          <ac:chgData name="Alba Refoyo Martínez" userId="40dfc253-5459-4055-88be-2c48984cd880" providerId="ADAL" clId="{A180C871-938B-50C5-97BB-93379BCF7A51}" dt="2026-10-16T12:56:34.688" v="6930" actId="1035"/>
          <ac:spMkLst>
            <pc:docMk/>
            <pc:sldMk cId="0" sldId="272"/>
            <ac:spMk id="11" creationId="{00000000-0000-0000-0000-000000000000}"/>
          </ac:spMkLst>
        </pc:spChg>
        <pc:spChg chg="mod">
          <ac:chgData name="Alba Refoyo Martínez" userId="40dfc253-5459-4055-88be-2c48984cd880" providerId="ADAL" clId="{A180C871-938B-50C5-97BB-93379BCF7A51}" dt="2026-10-16T12:56:08.602" v="6875" actId="1037"/>
          <ac:spMkLst>
            <pc:docMk/>
            <pc:sldMk cId="0" sldId="272"/>
            <ac:spMk id="12" creationId="{00000000-0000-0000-0000-000000000000}"/>
          </ac:spMkLst>
        </pc:spChg>
        <pc:spChg chg="mod">
          <ac:chgData name="Alba Refoyo Martínez" userId="40dfc253-5459-4055-88be-2c48984cd880" providerId="ADAL" clId="{A180C871-938B-50C5-97BB-93379BCF7A51}" dt="2026-10-16T12:56:08.602" v="6875" actId="1037"/>
          <ac:spMkLst>
            <pc:docMk/>
            <pc:sldMk cId="0" sldId="272"/>
            <ac:spMk id="13" creationId="{00000000-0000-0000-0000-000000000000}"/>
          </ac:spMkLst>
        </pc:spChg>
      </pc:sldChg>
      <pc:sldChg chg="modSp mod">
        <pc:chgData name="Alba Refoyo Martínez" userId="40dfc253-5459-4055-88be-2c48984cd880" providerId="ADAL" clId="{A180C871-938B-50C5-97BB-93379BCF7A51}" dt="2026-10-12T06:42:38.593" v="103" actId="27636"/>
        <pc:sldMkLst>
          <pc:docMk/>
          <pc:sldMk cId="0" sldId="273"/>
        </pc:sldMkLst>
        <pc:spChg chg="mod">
          <ac:chgData name="Alba Refoyo Martínez" userId="40dfc253-5459-4055-88be-2c48984cd880" providerId="ADAL" clId="{A180C871-938B-50C5-97BB-93379BCF7A51}" dt="2026-10-12T06:42:38.593" v="103" actId="27636"/>
          <ac:spMkLst>
            <pc:docMk/>
            <pc:sldMk cId="0" sldId="273"/>
            <ac:spMk id="2" creationId="{00000000-0000-0000-0000-000000000000}"/>
          </ac:spMkLst>
        </pc:spChg>
        <pc:spChg chg="mod">
          <ac:chgData name="Alba Refoyo Martínez" userId="40dfc253-5459-4055-88be-2c48984cd880" providerId="ADAL" clId="{A180C871-938B-50C5-97BB-93379BCF7A51}" dt="2026-10-12T06:42:38.593" v="102" actId="27636"/>
          <ac:spMkLst>
            <pc:docMk/>
            <pc:sldMk cId="0" sldId="273"/>
            <ac:spMk id="3" creationId="{00000000-0000-0000-0000-000000000000}"/>
          </ac:spMkLst>
        </pc:spChg>
        <pc:spChg chg="mod">
          <ac:chgData name="Alba Refoyo Martínez" userId="40dfc253-5459-4055-88be-2c48984cd880" providerId="ADAL" clId="{A180C871-938B-50C5-97BB-93379BCF7A51}" dt="2026-10-12T06:42:38.593" v="101" actId="27636"/>
          <ac:spMkLst>
            <pc:docMk/>
            <pc:sldMk cId="0" sldId="273"/>
            <ac:spMk id="4" creationId="{00000000-0000-0000-0000-000000000000}"/>
          </ac:spMkLst>
        </pc:spChg>
      </pc:sldChg>
      <pc:sldChg chg="modSp mod modNotesTx">
        <pc:chgData name="Alba Refoyo Martínez" userId="40dfc253-5459-4055-88be-2c48984cd880" providerId="ADAL" clId="{A180C871-938B-50C5-97BB-93379BCF7A51}" dt="2026-10-19T08:50:22.599" v="10713" actId="20577"/>
        <pc:sldMkLst>
          <pc:docMk/>
          <pc:sldMk cId="0" sldId="274"/>
        </pc:sldMkLst>
        <pc:spChg chg="mod">
          <ac:chgData name="Alba Refoyo Martínez" userId="40dfc253-5459-4055-88be-2c48984cd880" providerId="ADAL" clId="{A180C871-938B-50C5-97BB-93379BCF7A51}" dt="2026-10-12T09:48:44.755" v="2439" actId="255"/>
          <ac:spMkLst>
            <pc:docMk/>
            <pc:sldMk cId="0" sldId="274"/>
            <ac:spMk id="4" creationId="{00000000-0000-0000-0000-000000000000}"/>
          </ac:spMkLst>
        </pc:spChg>
        <pc:spChg chg="mod">
          <ac:chgData name="Alba Refoyo Martínez" userId="40dfc253-5459-4055-88be-2c48984cd880" providerId="ADAL" clId="{A180C871-938B-50C5-97BB-93379BCF7A51}" dt="2026-10-12T09:49:03.665" v="2462" actId="14100"/>
          <ac:spMkLst>
            <pc:docMk/>
            <pc:sldMk cId="0" sldId="274"/>
            <ac:spMk id="5" creationId="{00000000-0000-0000-0000-000000000000}"/>
          </ac:spMkLst>
        </pc:spChg>
        <pc:spChg chg="mod">
          <ac:chgData name="Alba Refoyo Martínez" userId="40dfc253-5459-4055-88be-2c48984cd880" providerId="ADAL" clId="{A180C871-938B-50C5-97BB-93379BCF7A51}" dt="2026-10-12T09:55:35.949" v="2463" actId="20577"/>
          <ac:spMkLst>
            <pc:docMk/>
            <pc:sldMk cId="0" sldId="274"/>
            <ac:spMk id="6" creationId="{00000000-0000-0000-0000-000000000000}"/>
          </ac:spMkLst>
        </pc:spChg>
        <pc:spChg chg="mod">
          <ac:chgData name="Alba Refoyo Martínez" userId="40dfc253-5459-4055-88be-2c48984cd880" providerId="ADAL" clId="{A180C871-938B-50C5-97BB-93379BCF7A51}" dt="2026-10-12T09:48:44.755" v="2439" actId="255"/>
          <ac:spMkLst>
            <pc:docMk/>
            <pc:sldMk cId="0" sldId="274"/>
            <ac:spMk id="7" creationId="{00000000-0000-0000-0000-000000000000}"/>
          </ac:spMkLst>
        </pc:spChg>
        <pc:spChg chg="mod">
          <ac:chgData name="Alba Refoyo Martínez" userId="40dfc253-5459-4055-88be-2c48984cd880" providerId="ADAL" clId="{A180C871-938B-50C5-97BB-93379BCF7A51}" dt="2026-10-12T09:49:00.443" v="2461" actId="14100"/>
          <ac:spMkLst>
            <pc:docMk/>
            <pc:sldMk cId="0" sldId="274"/>
            <ac:spMk id="8" creationId="{00000000-0000-0000-0000-000000000000}"/>
          </ac:spMkLst>
        </pc:spChg>
        <pc:spChg chg="mod">
          <ac:chgData name="Alba Refoyo Martínez" userId="40dfc253-5459-4055-88be-2c48984cd880" providerId="ADAL" clId="{A180C871-938B-50C5-97BB-93379BCF7A51}" dt="2026-10-12T06:42:38.599" v="105" actId="27636"/>
          <ac:spMkLst>
            <pc:docMk/>
            <pc:sldMk cId="0" sldId="274"/>
            <ac:spMk id="15" creationId="{00000000-0000-0000-0000-000000000000}"/>
          </ac:spMkLst>
        </pc:spChg>
        <pc:spChg chg="mod">
          <ac:chgData name="Alba Refoyo Martínez" userId="40dfc253-5459-4055-88be-2c48984cd880" providerId="ADAL" clId="{A180C871-938B-50C5-97BB-93379BCF7A51}" dt="2026-10-12T06:42:38.599" v="104" actId="27636"/>
          <ac:spMkLst>
            <pc:docMk/>
            <pc:sldMk cId="0" sldId="274"/>
            <ac:spMk id="16" creationId="{00000000-0000-0000-0000-000000000000}"/>
          </ac:spMkLst>
        </pc:spChg>
        <pc:spChg chg="mod">
          <ac:chgData name="Alba Refoyo Martínez" userId="40dfc253-5459-4055-88be-2c48984cd880" providerId="ADAL" clId="{A180C871-938B-50C5-97BB-93379BCF7A51}" dt="2026-10-18T10:00:42.265" v="10025" actId="20577"/>
          <ac:spMkLst>
            <pc:docMk/>
            <pc:sldMk cId="0" sldId="274"/>
            <ac:spMk id="23" creationId="{00000000-0000-0000-0000-000000000000}"/>
          </ac:spMkLst>
        </pc:spChg>
      </pc:sldChg>
      <pc:sldChg chg="addSp delSp modSp mod modNotesTx">
        <pc:chgData name="Alba Refoyo Martínez" userId="40dfc253-5459-4055-88be-2c48984cd880" providerId="ADAL" clId="{A180C871-938B-50C5-97BB-93379BCF7A51}" dt="2026-10-18T10:03:59.914" v="10030" actId="20577"/>
        <pc:sldMkLst>
          <pc:docMk/>
          <pc:sldMk cId="0" sldId="275"/>
        </pc:sldMkLst>
        <pc:spChg chg="mod">
          <ac:chgData name="Alba Refoyo Martínez" userId="40dfc253-5459-4055-88be-2c48984cd880" providerId="ADAL" clId="{A180C871-938B-50C5-97BB-93379BCF7A51}" dt="2026-10-16T13:45:37.874" v="7942" actId="108"/>
          <ac:spMkLst>
            <pc:docMk/>
            <pc:sldMk cId="0" sldId="275"/>
            <ac:spMk id="6" creationId="{00000000-0000-0000-0000-000000000000}"/>
          </ac:spMkLst>
        </pc:spChg>
        <pc:spChg chg="mod">
          <ac:chgData name="Alba Refoyo Martínez" userId="40dfc253-5459-4055-88be-2c48984cd880" providerId="ADAL" clId="{A180C871-938B-50C5-97BB-93379BCF7A51}" dt="2026-10-16T13:45:49.928" v="7946" actId="20577"/>
          <ac:spMkLst>
            <pc:docMk/>
            <pc:sldMk cId="0" sldId="275"/>
            <ac:spMk id="11" creationId="{00000000-0000-0000-0000-000000000000}"/>
          </ac:spMkLst>
        </pc:spChg>
        <pc:spChg chg="mod">
          <ac:chgData name="Alba Refoyo Martínez" userId="40dfc253-5459-4055-88be-2c48984cd880" providerId="ADAL" clId="{A180C871-938B-50C5-97BB-93379BCF7A51}" dt="2026-10-16T13:51:25.710" v="8088" actId="20577"/>
          <ac:spMkLst>
            <pc:docMk/>
            <pc:sldMk cId="0" sldId="275"/>
            <ac:spMk id="17" creationId="{00000000-0000-0000-0000-000000000000}"/>
          </ac:spMkLst>
        </pc:spChg>
        <pc:spChg chg="add mod">
          <ac:chgData name="Alba Refoyo Martínez" userId="40dfc253-5459-4055-88be-2c48984cd880" providerId="ADAL" clId="{A180C871-938B-50C5-97BB-93379BCF7A51}" dt="2026-10-16T13:49:34.517" v="8085" actId="114"/>
          <ac:spMkLst>
            <pc:docMk/>
            <pc:sldMk cId="0" sldId="275"/>
            <ac:spMk id="56" creationId="{1C0CE884-CDB0-3239-D607-5B00613D9FED}"/>
          </ac:spMkLst>
        </pc:spChg>
        <pc:spChg chg="add mod">
          <ac:chgData name="Alba Refoyo Martínez" userId="40dfc253-5459-4055-88be-2c48984cd880" providerId="ADAL" clId="{A180C871-938B-50C5-97BB-93379BCF7A51}" dt="2026-10-16T13:51:18.886" v="8086" actId="1076"/>
          <ac:spMkLst>
            <pc:docMk/>
            <pc:sldMk cId="0" sldId="275"/>
            <ac:spMk id="58" creationId="{E28BB117-A712-8B1A-4DF3-6C1C92FF571D}"/>
          </ac:spMkLst>
        </pc:spChg>
        <pc:picChg chg="add mod">
          <ac:chgData name="Alba Refoyo Martínez" userId="40dfc253-5459-4055-88be-2c48984cd880" providerId="ADAL" clId="{A180C871-938B-50C5-97BB-93379BCF7A51}" dt="2026-10-16T13:47:27.833" v="7954" actId="1076"/>
          <ac:picMkLst>
            <pc:docMk/>
            <pc:sldMk cId="0" sldId="275"/>
            <ac:picMk id="60" creationId="{D3853787-40AA-2A37-F4B7-1C066403772B}"/>
          </ac:picMkLst>
        </pc:picChg>
      </pc:sldChg>
      <pc:sldChg chg="addSp modSp mod modNotesTx">
        <pc:chgData name="Alba Refoyo Martínez" userId="40dfc253-5459-4055-88be-2c48984cd880" providerId="ADAL" clId="{A180C871-938B-50C5-97BB-93379BCF7A51}" dt="2026-10-18T10:08:22.519" v="10116" actId="1076"/>
        <pc:sldMkLst>
          <pc:docMk/>
          <pc:sldMk cId="0" sldId="276"/>
        </pc:sldMkLst>
        <pc:spChg chg="mod">
          <ac:chgData name="Alba Refoyo Martínez" userId="40dfc253-5459-4055-88be-2c48984cd880" providerId="ADAL" clId="{A180C871-938B-50C5-97BB-93379BCF7A51}" dt="2026-10-12T06:42:38.628" v="137" actId="27636"/>
          <ac:spMkLst>
            <pc:docMk/>
            <pc:sldMk cId="0" sldId="276"/>
            <ac:spMk id="3" creationId="{00000000-0000-0000-0000-000000000000}"/>
          </ac:spMkLst>
        </pc:spChg>
        <pc:spChg chg="mod">
          <ac:chgData name="Alba Refoyo Martínez" userId="40dfc253-5459-4055-88be-2c48984cd880" providerId="ADAL" clId="{A180C871-938B-50C5-97BB-93379BCF7A51}" dt="2026-10-12T06:42:38.627" v="136" actId="27636"/>
          <ac:spMkLst>
            <pc:docMk/>
            <pc:sldMk cId="0" sldId="276"/>
            <ac:spMk id="5" creationId="{00000000-0000-0000-0000-000000000000}"/>
          </ac:spMkLst>
        </pc:spChg>
        <pc:spChg chg="mod">
          <ac:chgData name="Alba Refoyo Martínez" userId="40dfc253-5459-4055-88be-2c48984cd880" providerId="ADAL" clId="{A180C871-938B-50C5-97BB-93379BCF7A51}" dt="2026-10-12T06:42:38.631" v="146" actId="27636"/>
          <ac:spMkLst>
            <pc:docMk/>
            <pc:sldMk cId="0" sldId="276"/>
            <ac:spMk id="6" creationId="{00000000-0000-0000-0000-000000000000}"/>
          </ac:spMkLst>
        </pc:spChg>
        <pc:spChg chg="mod">
          <ac:chgData name="Alba Refoyo Martínez" userId="40dfc253-5459-4055-88be-2c48984cd880" providerId="ADAL" clId="{A180C871-938B-50C5-97BB-93379BCF7A51}" dt="2026-10-12T06:42:38.631" v="145" actId="27636"/>
          <ac:spMkLst>
            <pc:docMk/>
            <pc:sldMk cId="0" sldId="276"/>
            <ac:spMk id="8" creationId="{00000000-0000-0000-0000-000000000000}"/>
          </ac:spMkLst>
        </pc:spChg>
        <pc:spChg chg="mod">
          <ac:chgData name="Alba Refoyo Martínez" userId="40dfc253-5459-4055-88be-2c48984cd880" providerId="ADAL" clId="{A180C871-938B-50C5-97BB-93379BCF7A51}" dt="2026-10-12T06:42:38.627" v="135" actId="27636"/>
          <ac:spMkLst>
            <pc:docMk/>
            <pc:sldMk cId="0" sldId="276"/>
            <ac:spMk id="9" creationId="{00000000-0000-0000-0000-000000000000}"/>
          </ac:spMkLst>
        </pc:spChg>
        <pc:spChg chg="mod">
          <ac:chgData name="Alba Refoyo Martínez" userId="40dfc253-5459-4055-88be-2c48984cd880" providerId="ADAL" clId="{A180C871-938B-50C5-97BB-93379BCF7A51}" dt="2026-10-12T06:42:38.631" v="147" actId="27636"/>
          <ac:spMkLst>
            <pc:docMk/>
            <pc:sldMk cId="0" sldId="276"/>
            <ac:spMk id="10" creationId="{00000000-0000-0000-0000-000000000000}"/>
          </ac:spMkLst>
        </pc:spChg>
        <pc:spChg chg="mod">
          <ac:chgData name="Alba Refoyo Martínez" userId="40dfc253-5459-4055-88be-2c48984cd880" providerId="ADAL" clId="{A180C871-938B-50C5-97BB-93379BCF7A51}" dt="2026-10-12T06:42:38.630" v="144" actId="27636"/>
          <ac:spMkLst>
            <pc:docMk/>
            <pc:sldMk cId="0" sldId="276"/>
            <ac:spMk id="12" creationId="{00000000-0000-0000-0000-000000000000}"/>
          </ac:spMkLst>
        </pc:spChg>
        <pc:spChg chg="mod">
          <ac:chgData name="Alba Refoyo Martínez" userId="40dfc253-5459-4055-88be-2c48984cd880" providerId="ADAL" clId="{A180C871-938B-50C5-97BB-93379BCF7A51}" dt="2026-10-12T06:42:38.630" v="143" actId="27636"/>
          <ac:spMkLst>
            <pc:docMk/>
            <pc:sldMk cId="0" sldId="276"/>
            <ac:spMk id="13" creationId="{00000000-0000-0000-0000-000000000000}"/>
          </ac:spMkLst>
        </pc:spChg>
        <pc:spChg chg="mod">
          <ac:chgData name="Alba Refoyo Martínez" userId="40dfc253-5459-4055-88be-2c48984cd880" providerId="ADAL" clId="{A180C871-938B-50C5-97BB-93379BCF7A51}" dt="2026-10-12T06:42:38.630" v="142" actId="27636"/>
          <ac:spMkLst>
            <pc:docMk/>
            <pc:sldMk cId="0" sldId="276"/>
            <ac:spMk id="15" creationId="{00000000-0000-0000-0000-000000000000}"/>
          </ac:spMkLst>
        </pc:spChg>
        <pc:spChg chg="mod">
          <ac:chgData name="Alba Refoyo Martínez" userId="40dfc253-5459-4055-88be-2c48984cd880" providerId="ADAL" clId="{A180C871-938B-50C5-97BB-93379BCF7A51}" dt="2026-10-12T06:42:38.629" v="141" actId="27636"/>
          <ac:spMkLst>
            <pc:docMk/>
            <pc:sldMk cId="0" sldId="276"/>
            <ac:spMk id="19" creationId="{00000000-0000-0000-0000-000000000000}"/>
          </ac:spMkLst>
        </pc:spChg>
        <pc:spChg chg="mod">
          <ac:chgData name="Alba Refoyo Martínez" userId="40dfc253-5459-4055-88be-2c48984cd880" providerId="ADAL" clId="{A180C871-938B-50C5-97BB-93379BCF7A51}" dt="2026-10-12T06:42:38.629" v="140" actId="27636"/>
          <ac:spMkLst>
            <pc:docMk/>
            <pc:sldMk cId="0" sldId="276"/>
            <ac:spMk id="20" creationId="{00000000-0000-0000-0000-000000000000}"/>
          </ac:spMkLst>
        </pc:spChg>
        <pc:spChg chg="mod">
          <ac:chgData name="Alba Refoyo Martínez" userId="40dfc253-5459-4055-88be-2c48984cd880" providerId="ADAL" clId="{A180C871-938B-50C5-97BB-93379BCF7A51}" dt="2026-10-18T10:08:20.344" v="10115" actId="14100"/>
          <ac:spMkLst>
            <pc:docMk/>
            <pc:sldMk cId="0" sldId="276"/>
            <ac:spMk id="21" creationId="{00000000-0000-0000-0000-000000000000}"/>
          </ac:spMkLst>
        </pc:spChg>
        <pc:picChg chg="add mod">
          <ac:chgData name="Alba Refoyo Martínez" userId="40dfc253-5459-4055-88be-2c48984cd880" providerId="ADAL" clId="{A180C871-938B-50C5-97BB-93379BCF7A51}" dt="2026-10-18T10:08:22.519" v="10116" actId="1076"/>
          <ac:picMkLst>
            <pc:docMk/>
            <pc:sldMk cId="0" sldId="276"/>
            <ac:picMk id="23" creationId="{7CCC6EF5-698F-27D5-5EA6-F7F852FF808B}"/>
          </ac:picMkLst>
        </pc:picChg>
      </pc:sldChg>
      <pc:sldChg chg="addSp modSp mod modNotesTx">
        <pc:chgData name="Alba Refoyo Martínez" userId="40dfc253-5459-4055-88be-2c48984cd880" providerId="ADAL" clId="{A180C871-938B-50C5-97BB-93379BCF7A51}" dt="2026-10-19T07:10:54.120" v="10538" actId="20577"/>
        <pc:sldMkLst>
          <pc:docMk/>
          <pc:sldMk cId="0" sldId="277"/>
        </pc:sldMkLst>
        <pc:spChg chg="mod">
          <ac:chgData name="Alba Refoyo Martínez" userId="40dfc253-5459-4055-88be-2c48984cd880" providerId="ADAL" clId="{A180C871-938B-50C5-97BB-93379BCF7A51}" dt="2026-10-16T07:08:38.848" v="2959" actId="20577"/>
          <ac:spMkLst>
            <pc:docMk/>
            <pc:sldMk cId="0" sldId="277"/>
            <ac:spMk id="2"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3"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4"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5"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6"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7"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8"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9" creationId="{00000000-0000-0000-0000-000000000000}"/>
          </ac:spMkLst>
        </pc:spChg>
        <pc:spChg chg="mod">
          <ac:chgData name="Alba Refoyo Martínez" userId="40dfc253-5459-4055-88be-2c48984cd880" providerId="ADAL" clId="{A180C871-938B-50C5-97BB-93379BCF7A51}" dt="2026-10-18T09:19:41.388" v="9221" actId="1038"/>
          <ac:spMkLst>
            <pc:docMk/>
            <pc:sldMk cId="0" sldId="277"/>
            <ac:spMk id="10" creationId="{00000000-0000-0000-0000-000000000000}"/>
          </ac:spMkLst>
        </pc:spChg>
        <pc:spChg chg="add mod">
          <ac:chgData name="Alba Refoyo Martínez" userId="40dfc253-5459-4055-88be-2c48984cd880" providerId="ADAL" clId="{A180C871-938B-50C5-97BB-93379BCF7A51}" dt="2026-10-18T09:18:33.161" v="9179" actId="14100"/>
          <ac:spMkLst>
            <pc:docMk/>
            <pc:sldMk cId="0" sldId="277"/>
            <ac:spMk id="12" creationId="{2EC9E4CA-29AA-7D09-6265-82BEC4C2ECCB}"/>
          </ac:spMkLst>
        </pc:spChg>
      </pc:sldChg>
      <pc:sldChg chg="modSp mod modAnim modNotesTx">
        <pc:chgData name="Alba Refoyo Martínez" userId="40dfc253-5459-4055-88be-2c48984cd880" providerId="ADAL" clId="{A180C871-938B-50C5-97BB-93379BCF7A51}" dt="2026-10-19T07:41:14.368" v="10711" actId="20577"/>
        <pc:sldMkLst>
          <pc:docMk/>
          <pc:sldMk cId="0" sldId="278"/>
        </pc:sldMkLst>
        <pc:spChg chg="mod">
          <ac:chgData name="Alba Refoyo Martínez" userId="40dfc253-5459-4055-88be-2c48984cd880" providerId="ADAL" clId="{A180C871-938B-50C5-97BB-93379BCF7A51}" dt="2026-10-16T12:58:30.567" v="6955" actId="14100"/>
          <ac:spMkLst>
            <pc:docMk/>
            <pc:sldMk cId="0" sldId="278"/>
            <ac:spMk id="4" creationId="{00000000-0000-0000-0000-000000000000}"/>
          </ac:spMkLst>
        </pc:spChg>
        <pc:spChg chg="mod">
          <ac:chgData name="Alba Refoyo Martínez" userId="40dfc253-5459-4055-88be-2c48984cd880" providerId="ADAL" clId="{A180C871-938B-50C5-97BB-93379BCF7A51}" dt="2026-10-12T06:42:38.643" v="160" actId="27636"/>
          <ac:spMkLst>
            <pc:docMk/>
            <pc:sldMk cId="0" sldId="278"/>
            <ac:spMk id="5" creationId="{00000000-0000-0000-0000-000000000000}"/>
          </ac:spMkLst>
        </pc:spChg>
        <pc:spChg chg="mod">
          <ac:chgData name="Alba Refoyo Martínez" userId="40dfc253-5459-4055-88be-2c48984cd880" providerId="ADAL" clId="{A180C871-938B-50C5-97BB-93379BCF7A51}" dt="2026-10-19T07:41:14.368" v="10711" actId="20577"/>
          <ac:spMkLst>
            <pc:docMk/>
            <pc:sldMk cId="0" sldId="278"/>
            <ac:spMk id="6" creationId="{00000000-0000-0000-0000-000000000000}"/>
          </ac:spMkLst>
        </pc:spChg>
        <pc:spChg chg="mod">
          <ac:chgData name="Alba Refoyo Martínez" userId="40dfc253-5459-4055-88be-2c48984cd880" providerId="ADAL" clId="{A180C871-938B-50C5-97BB-93379BCF7A51}" dt="2026-10-16T12:59:59.794" v="6956" actId="113"/>
          <ac:spMkLst>
            <pc:docMk/>
            <pc:sldMk cId="0" sldId="278"/>
            <ac:spMk id="8" creationId="{00000000-0000-0000-0000-000000000000}"/>
          </ac:spMkLst>
        </pc:spChg>
        <pc:spChg chg="mod">
          <ac:chgData name="Alba Refoyo Martínez" userId="40dfc253-5459-4055-88be-2c48984cd880" providerId="ADAL" clId="{A180C871-938B-50C5-97BB-93379BCF7A51}" dt="2026-10-12T06:42:38.642" v="158" actId="27636"/>
          <ac:spMkLst>
            <pc:docMk/>
            <pc:sldMk cId="0" sldId="278"/>
            <ac:spMk id="9" creationId="{00000000-0000-0000-0000-000000000000}"/>
          </ac:spMkLst>
        </pc:spChg>
        <pc:spChg chg="mod">
          <ac:chgData name="Alba Refoyo Martínez" userId="40dfc253-5459-4055-88be-2c48984cd880" providerId="ADAL" clId="{A180C871-938B-50C5-97BB-93379BCF7A51}" dt="2026-10-12T06:42:38.642" v="157" actId="27636"/>
          <ac:spMkLst>
            <pc:docMk/>
            <pc:sldMk cId="0" sldId="278"/>
            <ac:spMk id="10" creationId="{00000000-0000-0000-0000-000000000000}"/>
          </ac:spMkLst>
        </pc:spChg>
        <pc:spChg chg="mod">
          <ac:chgData name="Alba Refoyo Martínez" userId="40dfc253-5459-4055-88be-2c48984cd880" providerId="ADAL" clId="{A180C871-938B-50C5-97BB-93379BCF7A51}" dt="2026-10-12T06:42:38.641" v="156" actId="27636"/>
          <ac:spMkLst>
            <pc:docMk/>
            <pc:sldMk cId="0" sldId="278"/>
            <ac:spMk id="11" creationId="{00000000-0000-0000-0000-000000000000}"/>
          </ac:spMkLst>
        </pc:spChg>
        <pc:spChg chg="mod">
          <ac:chgData name="Alba Refoyo Martínez" userId="40dfc253-5459-4055-88be-2c48984cd880" providerId="ADAL" clId="{A180C871-938B-50C5-97BB-93379BCF7A51}" dt="2026-10-12T06:42:38.641" v="155" actId="27636"/>
          <ac:spMkLst>
            <pc:docMk/>
            <pc:sldMk cId="0" sldId="278"/>
            <ac:spMk id="12" creationId="{00000000-0000-0000-0000-000000000000}"/>
          </ac:spMkLst>
        </pc:spChg>
        <pc:spChg chg="mod">
          <ac:chgData name="Alba Refoyo Martínez" userId="40dfc253-5459-4055-88be-2c48984cd880" providerId="ADAL" clId="{A180C871-938B-50C5-97BB-93379BCF7A51}" dt="2026-10-12T06:42:38.641" v="154" actId="27636"/>
          <ac:spMkLst>
            <pc:docMk/>
            <pc:sldMk cId="0" sldId="278"/>
            <ac:spMk id="13" creationId="{00000000-0000-0000-0000-000000000000}"/>
          </ac:spMkLst>
        </pc:spChg>
      </pc:sldChg>
      <pc:sldChg chg="addSp delSp modSp mod modNotesTx">
        <pc:chgData name="Alba Refoyo Martínez" userId="40dfc253-5459-4055-88be-2c48984cd880" providerId="ADAL" clId="{A180C871-938B-50C5-97BB-93379BCF7A51}" dt="2026-10-19T07:42:17.386" v="10712" actId="20577"/>
        <pc:sldMkLst>
          <pc:docMk/>
          <pc:sldMk cId="0" sldId="279"/>
        </pc:sldMkLst>
        <pc:spChg chg="mod">
          <ac:chgData name="Alba Refoyo Martínez" userId="40dfc253-5459-4055-88be-2c48984cd880" providerId="ADAL" clId="{A180C871-938B-50C5-97BB-93379BCF7A51}" dt="2026-10-19T07:42:17.386" v="10712" actId="20577"/>
          <ac:spMkLst>
            <pc:docMk/>
            <pc:sldMk cId="0" sldId="279"/>
            <ac:spMk id="3" creationId="{00000000-0000-0000-0000-000000000000}"/>
          </ac:spMkLst>
        </pc:spChg>
        <pc:spChg chg="mod">
          <ac:chgData name="Alba Refoyo Martínez" userId="40dfc253-5459-4055-88be-2c48984cd880" providerId="ADAL" clId="{A180C871-938B-50C5-97BB-93379BCF7A51}" dt="2026-10-12T06:42:38.655" v="175" actId="27636"/>
          <ac:spMkLst>
            <pc:docMk/>
            <pc:sldMk cId="0" sldId="279"/>
            <ac:spMk id="4" creationId="{00000000-0000-0000-0000-000000000000}"/>
          </ac:spMkLst>
        </pc:spChg>
        <pc:spChg chg="mod">
          <ac:chgData name="Alba Refoyo Martínez" userId="40dfc253-5459-4055-88be-2c48984cd880" providerId="ADAL" clId="{A180C871-938B-50C5-97BB-93379BCF7A51}" dt="2026-10-12T06:42:38.655" v="174" actId="27636"/>
          <ac:spMkLst>
            <pc:docMk/>
            <pc:sldMk cId="0" sldId="279"/>
            <ac:spMk id="5" creationId="{00000000-0000-0000-0000-000000000000}"/>
          </ac:spMkLst>
        </pc:spChg>
        <pc:spChg chg="mod">
          <ac:chgData name="Alba Refoyo Martínez" userId="40dfc253-5459-4055-88be-2c48984cd880" providerId="ADAL" clId="{A180C871-938B-50C5-97BB-93379BCF7A51}" dt="2026-10-12T06:42:38.654" v="173" actId="27636"/>
          <ac:spMkLst>
            <pc:docMk/>
            <pc:sldMk cId="0" sldId="279"/>
            <ac:spMk id="6" creationId="{00000000-0000-0000-0000-000000000000}"/>
          </ac:spMkLst>
        </pc:spChg>
        <pc:spChg chg="add del mod">
          <ac:chgData name="Alba Refoyo Martínez" userId="40dfc253-5459-4055-88be-2c48984cd880" providerId="ADAL" clId="{A180C871-938B-50C5-97BB-93379BCF7A51}" dt="2026-10-18T09:57:48.653" v="10017" actId="1035"/>
          <ac:spMkLst>
            <pc:docMk/>
            <pc:sldMk cId="0" sldId="279"/>
            <ac:spMk id="7" creationId="{00000000-0000-0000-0000-000000000000}"/>
          </ac:spMkLst>
        </pc:spChg>
        <pc:spChg chg="mod">
          <ac:chgData name="Alba Refoyo Martínez" userId="40dfc253-5459-4055-88be-2c48984cd880" providerId="ADAL" clId="{A180C871-938B-50C5-97BB-93379BCF7A51}" dt="2026-10-12T06:42:38.654" v="172" actId="27636"/>
          <ac:spMkLst>
            <pc:docMk/>
            <pc:sldMk cId="0" sldId="279"/>
            <ac:spMk id="9" creationId="{00000000-0000-0000-0000-000000000000}"/>
          </ac:spMkLst>
        </pc:spChg>
        <pc:spChg chg="mod">
          <ac:chgData name="Alba Refoyo Martínez" userId="40dfc253-5459-4055-88be-2c48984cd880" providerId="ADAL" clId="{A180C871-938B-50C5-97BB-93379BCF7A51}" dt="2026-10-12T06:42:38.653" v="169" actId="27636"/>
          <ac:spMkLst>
            <pc:docMk/>
            <pc:sldMk cId="0" sldId="279"/>
            <ac:spMk id="10" creationId="{00000000-0000-0000-0000-000000000000}"/>
          </ac:spMkLst>
        </pc:spChg>
        <pc:spChg chg="mod">
          <ac:chgData name="Alba Refoyo Martínez" userId="40dfc253-5459-4055-88be-2c48984cd880" providerId="ADAL" clId="{A180C871-938B-50C5-97BB-93379BCF7A51}" dt="2026-10-16T13:08:02.441" v="7070" actId="20577"/>
          <ac:spMkLst>
            <pc:docMk/>
            <pc:sldMk cId="0" sldId="279"/>
            <ac:spMk id="11" creationId="{00000000-0000-0000-0000-000000000000}"/>
          </ac:spMkLst>
        </pc:spChg>
        <pc:spChg chg="mod">
          <ac:chgData name="Alba Refoyo Martínez" userId="40dfc253-5459-4055-88be-2c48984cd880" providerId="ADAL" clId="{A180C871-938B-50C5-97BB-93379BCF7A51}" dt="2026-10-18T09:57:30.560" v="9998" actId="20577"/>
          <ac:spMkLst>
            <pc:docMk/>
            <pc:sldMk cId="0" sldId="279"/>
            <ac:spMk id="12" creationId="{00000000-0000-0000-0000-000000000000}"/>
          </ac:spMkLst>
        </pc:spChg>
        <pc:spChg chg="mod">
          <ac:chgData name="Alba Refoyo Martínez" userId="40dfc253-5459-4055-88be-2c48984cd880" providerId="ADAL" clId="{A180C871-938B-50C5-97BB-93379BCF7A51}" dt="2026-10-12T06:42:38.652" v="167" actId="27636"/>
          <ac:spMkLst>
            <pc:docMk/>
            <pc:sldMk cId="0" sldId="279"/>
            <ac:spMk id="14" creationId="{00000000-0000-0000-0000-000000000000}"/>
          </ac:spMkLst>
        </pc:spChg>
        <pc:spChg chg="mod">
          <ac:chgData name="Alba Refoyo Martínez" userId="40dfc253-5459-4055-88be-2c48984cd880" providerId="ADAL" clId="{A180C871-938B-50C5-97BB-93379BCF7A51}" dt="2026-10-12T06:42:38.651" v="166" actId="27636"/>
          <ac:spMkLst>
            <pc:docMk/>
            <pc:sldMk cId="0" sldId="279"/>
            <ac:spMk id="17" creationId="{00000000-0000-0000-0000-000000000000}"/>
          </ac:spMkLst>
        </pc:spChg>
        <pc:spChg chg="mod">
          <ac:chgData name="Alba Refoyo Martínez" userId="40dfc253-5459-4055-88be-2c48984cd880" providerId="ADAL" clId="{A180C871-938B-50C5-97BB-93379BCF7A51}" dt="2026-10-12T06:42:38.651" v="165" actId="27636"/>
          <ac:spMkLst>
            <pc:docMk/>
            <pc:sldMk cId="0" sldId="279"/>
            <ac:spMk id="20" creationId="{00000000-0000-0000-0000-000000000000}"/>
          </ac:spMkLst>
        </pc:spChg>
        <pc:spChg chg="mod">
          <ac:chgData name="Alba Refoyo Martínez" userId="40dfc253-5459-4055-88be-2c48984cd880" providerId="ADAL" clId="{A180C871-938B-50C5-97BB-93379BCF7A51}" dt="2026-10-12T06:42:38.651" v="164" actId="27636"/>
          <ac:spMkLst>
            <pc:docMk/>
            <pc:sldMk cId="0" sldId="279"/>
            <ac:spMk id="21" creationId="{00000000-0000-0000-0000-000000000000}"/>
          </ac:spMkLst>
        </pc:spChg>
        <pc:spChg chg="mod">
          <ac:chgData name="Alba Refoyo Martínez" userId="40dfc253-5459-4055-88be-2c48984cd880" providerId="ADAL" clId="{A180C871-938B-50C5-97BB-93379BCF7A51}" dt="2026-10-12T06:42:38.650" v="163" actId="27636"/>
          <ac:spMkLst>
            <pc:docMk/>
            <pc:sldMk cId="0" sldId="279"/>
            <ac:spMk id="22" creationId="{00000000-0000-0000-0000-000000000000}"/>
          </ac:spMkLst>
        </pc:spChg>
      </pc:sldChg>
      <pc:sldChg chg="modSp mod ord modNotesTx">
        <pc:chgData name="Alba Refoyo Martínez" userId="40dfc253-5459-4055-88be-2c48984cd880" providerId="ADAL" clId="{A180C871-938B-50C5-97BB-93379BCF7A51}" dt="2026-10-18T10:05:59.661" v="10031" actId="1076"/>
        <pc:sldMkLst>
          <pc:docMk/>
          <pc:sldMk cId="0" sldId="280"/>
        </pc:sldMkLst>
        <pc:spChg chg="mod">
          <ac:chgData name="Alba Refoyo Martínez" userId="40dfc253-5459-4055-88be-2c48984cd880" providerId="ADAL" clId="{A180C871-938B-50C5-97BB-93379BCF7A51}" dt="2026-10-12T06:42:38.666" v="181" actId="27636"/>
          <ac:spMkLst>
            <pc:docMk/>
            <pc:sldMk cId="0" sldId="280"/>
            <ac:spMk id="3" creationId="{00000000-0000-0000-0000-000000000000}"/>
          </ac:spMkLst>
        </pc:spChg>
        <pc:spChg chg="mod">
          <ac:chgData name="Alba Refoyo Martínez" userId="40dfc253-5459-4055-88be-2c48984cd880" providerId="ADAL" clId="{A180C871-938B-50C5-97BB-93379BCF7A51}" dt="2026-10-16T14:00:00.553" v="8171" actId="1076"/>
          <ac:spMkLst>
            <pc:docMk/>
            <pc:sldMk cId="0" sldId="280"/>
            <ac:spMk id="5" creationId="{00000000-0000-0000-0000-000000000000}"/>
          </ac:spMkLst>
        </pc:spChg>
        <pc:spChg chg="mod">
          <ac:chgData name="Alba Refoyo Martínez" userId="40dfc253-5459-4055-88be-2c48984cd880" providerId="ADAL" clId="{A180C871-938B-50C5-97BB-93379BCF7A51}" dt="2026-10-18T10:05:59.661" v="10031" actId="1076"/>
          <ac:spMkLst>
            <pc:docMk/>
            <pc:sldMk cId="0" sldId="280"/>
            <ac:spMk id="6" creationId="{00000000-0000-0000-0000-000000000000}"/>
          </ac:spMkLst>
        </pc:spChg>
        <pc:spChg chg="mod">
          <ac:chgData name="Alba Refoyo Martínez" userId="40dfc253-5459-4055-88be-2c48984cd880" providerId="ADAL" clId="{A180C871-938B-50C5-97BB-93379BCF7A51}" dt="2026-10-16T13:59:12.063" v="8159" actId="1076"/>
          <ac:spMkLst>
            <pc:docMk/>
            <pc:sldMk cId="0" sldId="280"/>
            <ac:spMk id="7" creationId="{00000000-0000-0000-0000-000000000000}"/>
          </ac:spMkLst>
        </pc:spChg>
        <pc:spChg chg="mod">
          <ac:chgData name="Alba Refoyo Martínez" userId="40dfc253-5459-4055-88be-2c48984cd880" providerId="ADAL" clId="{A180C871-938B-50C5-97BB-93379BCF7A51}" dt="2026-10-16T13:59:12.063" v="8159" actId="1076"/>
          <ac:spMkLst>
            <pc:docMk/>
            <pc:sldMk cId="0" sldId="280"/>
            <ac:spMk id="8" creationId="{00000000-0000-0000-0000-000000000000}"/>
          </ac:spMkLst>
        </pc:spChg>
        <pc:spChg chg="mod">
          <ac:chgData name="Alba Refoyo Martínez" userId="40dfc253-5459-4055-88be-2c48984cd880" providerId="ADAL" clId="{A180C871-938B-50C5-97BB-93379BCF7A51}" dt="2026-10-16T13:59:12.063" v="8159" actId="1076"/>
          <ac:spMkLst>
            <pc:docMk/>
            <pc:sldMk cId="0" sldId="280"/>
            <ac:spMk id="9" creationId="{00000000-0000-0000-0000-000000000000}"/>
          </ac:spMkLst>
        </pc:spChg>
        <pc:spChg chg="mod">
          <ac:chgData name="Alba Refoyo Martínez" userId="40dfc253-5459-4055-88be-2c48984cd880" providerId="ADAL" clId="{A180C871-938B-50C5-97BB-93379BCF7A51}" dt="2026-10-16T14:00:10.676" v="8174" actId="1076"/>
          <ac:spMkLst>
            <pc:docMk/>
            <pc:sldMk cId="0" sldId="280"/>
            <ac:spMk id="10" creationId="{00000000-0000-0000-0000-000000000000}"/>
          </ac:spMkLst>
        </pc:spChg>
        <pc:spChg chg="mod">
          <ac:chgData name="Alba Refoyo Martínez" userId="40dfc253-5459-4055-88be-2c48984cd880" providerId="ADAL" clId="{A180C871-938B-50C5-97BB-93379BCF7A51}" dt="2026-10-16T14:00:10.676" v="8174" actId="1076"/>
          <ac:spMkLst>
            <pc:docMk/>
            <pc:sldMk cId="0" sldId="280"/>
            <ac:spMk id="11" creationId="{00000000-0000-0000-0000-000000000000}"/>
          </ac:spMkLst>
        </pc:spChg>
        <pc:picChg chg="mod">
          <ac:chgData name="Alba Refoyo Martínez" userId="40dfc253-5459-4055-88be-2c48984cd880" providerId="ADAL" clId="{A180C871-938B-50C5-97BB-93379BCF7A51}" dt="2026-10-16T14:00:00.553" v="8171" actId="1076"/>
          <ac:picMkLst>
            <pc:docMk/>
            <pc:sldMk cId="0" sldId="280"/>
            <ac:picMk id="4" creationId="{00000000-0000-0000-0000-000000000000}"/>
          </ac:picMkLst>
        </pc:picChg>
      </pc:sldChg>
      <pc:sldChg chg="modSp mod">
        <pc:chgData name="Alba Refoyo Martínez" userId="40dfc253-5459-4055-88be-2c48984cd880" providerId="ADAL" clId="{A180C871-938B-50C5-97BB-93379BCF7A51}" dt="2026-10-12T06:42:38.685" v="185" actId="27636"/>
        <pc:sldMkLst>
          <pc:docMk/>
          <pc:sldMk cId="0" sldId="281"/>
        </pc:sldMkLst>
        <pc:spChg chg="mod">
          <ac:chgData name="Alba Refoyo Martínez" userId="40dfc253-5459-4055-88be-2c48984cd880" providerId="ADAL" clId="{A180C871-938B-50C5-97BB-93379BCF7A51}" dt="2026-10-12T06:42:38.685" v="185" actId="27636"/>
          <ac:spMkLst>
            <pc:docMk/>
            <pc:sldMk cId="0" sldId="281"/>
            <ac:spMk id="3" creationId="{00000000-0000-0000-0000-000000000000}"/>
          </ac:spMkLst>
        </pc:spChg>
      </pc:sldChg>
      <pc:sldChg chg="modSp mod modNotesTx">
        <pc:chgData name="Alba Refoyo Martínez" userId="40dfc253-5459-4055-88be-2c48984cd880" providerId="ADAL" clId="{A180C871-938B-50C5-97BB-93379BCF7A51}" dt="2026-10-18T10:09:35.252" v="10122" actId="20577"/>
        <pc:sldMkLst>
          <pc:docMk/>
          <pc:sldMk cId="0" sldId="282"/>
        </pc:sldMkLst>
        <pc:spChg chg="mod">
          <ac:chgData name="Alba Refoyo Martínez" userId="40dfc253-5459-4055-88be-2c48984cd880" providerId="ADAL" clId="{A180C871-938B-50C5-97BB-93379BCF7A51}" dt="2026-10-12T06:42:38.689" v="189" actId="27636"/>
          <ac:spMkLst>
            <pc:docMk/>
            <pc:sldMk cId="0" sldId="282"/>
            <ac:spMk id="2" creationId="{00000000-0000-0000-0000-000000000000}"/>
          </ac:spMkLst>
        </pc:spChg>
        <pc:spChg chg="mod">
          <ac:chgData name="Alba Refoyo Martínez" userId="40dfc253-5459-4055-88be-2c48984cd880" providerId="ADAL" clId="{A180C871-938B-50C5-97BB-93379BCF7A51}" dt="2026-10-12T06:42:38.688" v="187" actId="27636"/>
          <ac:spMkLst>
            <pc:docMk/>
            <pc:sldMk cId="0" sldId="282"/>
            <ac:spMk id="3" creationId="{00000000-0000-0000-0000-000000000000}"/>
          </ac:spMkLst>
        </pc:spChg>
        <pc:spChg chg="mod">
          <ac:chgData name="Alba Refoyo Martínez" userId="40dfc253-5459-4055-88be-2c48984cd880" providerId="ADAL" clId="{A180C871-938B-50C5-97BB-93379BCF7A51}" dt="2026-10-12T06:42:38.689" v="188" actId="27636"/>
          <ac:spMkLst>
            <pc:docMk/>
            <pc:sldMk cId="0" sldId="282"/>
            <ac:spMk id="4" creationId="{00000000-0000-0000-0000-000000000000}"/>
          </ac:spMkLst>
        </pc:spChg>
        <pc:spChg chg="mod">
          <ac:chgData name="Alba Refoyo Martínez" userId="40dfc253-5459-4055-88be-2c48984cd880" providerId="ADAL" clId="{A180C871-938B-50C5-97BB-93379BCF7A51}" dt="2026-10-16T14:00:34.916" v="8176" actId="1036"/>
          <ac:spMkLst>
            <pc:docMk/>
            <pc:sldMk cId="0" sldId="282"/>
            <ac:spMk id="5" creationId="{00000000-0000-0000-0000-000000000000}"/>
          </ac:spMkLst>
        </pc:spChg>
      </pc:sldChg>
      <pc:sldChg chg="addSp modSp mod modNotesTx">
        <pc:chgData name="Alba Refoyo Martínez" userId="40dfc253-5459-4055-88be-2c48984cd880" providerId="ADAL" clId="{A180C871-938B-50C5-97BB-93379BCF7A51}" dt="2026-10-18T10:10:52.711" v="10186" actId="20577"/>
        <pc:sldMkLst>
          <pc:docMk/>
          <pc:sldMk cId="0" sldId="283"/>
        </pc:sldMkLst>
        <pc:spChg chg="mod">
          <ac:chgData name="Alba Refoyo Martínez" userId="40dfc253-5459-4055-88be-2c48984cd880" providerId="ADAL" clId="{A180C871-938B-50C5-97BB-93379BCF7A51}" dt="2026-10-16T14:00:44.221" v="8178" actId="14100"/>
          <ac:spMkLst>
            <pc:docMk/>
            <pc:sldMk cId="0" sldId="283"/>
            <ac:spMk id="3" creationId="{00000000-0000-0000-0000-000000000000}"/>
          </ac:spMkLst>
        </pc:spChg>
        <pc:spChg chg="mod">
          <ac:chgData name="Alba Refoyo Martínez" userId="40dfc253-5459-4055-88be-2c48984cd880" providerId="ADAL" clId="{A180C871-938B-50C5-97BB-93379BCF7A51}" dt="2026-10-16T14:00:50.559" v="8179" actId="1076"/>
          <ac:spMkLst>
            <pc:docMk/>
            <pc:sldMk cId="0" sldId="283"/>
            <ac:spMk id="4" creationId="{00000000-0000-0000-0000-000000000000}"/>
          </ac:spMkLst>
        </pc:spChg>
        <pc:spChg chg="mod">
          <ac:chgData name="Alba Refoyo Martínez" userId="40dfc253-5459-4055-88be-2c48984cd880" providerId="ADAL" clId="{A180C871-938B-50C5-97BB-93379BCF7A51}" dt="2026-10-16T14:00:50.559" v="8179" actId="1076"/>
          <ac:spMkLst>
            <pc:docMk/>
            <pc:sldMk cId="0" sldId="283"/>
            <ac:spMk id="5" creationId="{00000000-0000-0000-0000-000000000000}"/>
          </ac:spMkLst>
        </pc:spChg>
        <pc:spChg chg="mod">
          <ac:chgData name="Alba Refoyo Martínez" userId="40dfc253-5459-4055-88be-2c48984cd880" providerId="ADAL" clId="{A180C871-938B-50C5-97BB-93379BCF7A51}" dt="2026-10-12T06:42:38.693" v="197" actId="27636"/>
          <ac:spMkLst>
            <pc:docMk/>
            <pc:sldMk cId="0" sldId="283"/>
            <ac:spMk id="12" creationId="{00000000-0000-0000-0000-000000000000}"/>
          </ac:spMkLst>
        </pc:spChg>
        <pc:spChg chg="mod">
          <ac:chgData name="Alba Refoyo Martínez" userId="40dfc253-5459-4055-88be-2c48984cd880" providerId="ADAL" clId="{A180C871-938B-50C5-97BB-93379BCF7A51}" dt="2026-10-12T06:42:38.693" v="196" actId="27636"/>
          <ac:spMkLst>
            <pc:docMk/>
            <pc:sldMk cId="0" sldId="283"/>
            <ac:spMk id="13" creationId="{00000000-0000-0000-0000-000000000000}"/>
          </ac:spMkLst>
        </pc:spChg>
        <pc:spChg chg="mod">
          <ac:chgData name="Alba Refoyo Martínez" userId="40dfc253-5459-4055-88be-2c48984cd880" providerId="ADAL" clId="{A180C871-938B-50C5-97BB-93379BCF7A51}" dt="2026-10-12T06:42:38.693" v="195" actId="27636"/>
          <ac:spMkLst>
            <pc:docMk/>
            <pc:sldMk cId="0" sldId="283"/>
            <ac:spMk id="15" creationId="{00000000-0000-0000-0000-000000000000}"/>
          </ac:spMkLst>
        </pc:spChg>
        <pc:spChg chg="mod">
          <ac:chgData name="Alba Refoyo Martínez" userId="40dfc253-5459-4055-88be-2c48984cd880" providerId="ADAL" clId="{A180C871-938B-50C5-97BB-93379BCF7A51}" dt="2026-10-12T06:42:38.692" v="194" actId="27636"/>
          <ac:spMkLst>
            <pc:docMk/>
            <pc:sldMk cId="0" sldId="283"/>
            <ac:spMk id="16" creationId="{00000000-0000-0000-0000-000000000000}"/>
          </ac:spMkLst>
        </pc:spChg>
        <pc:picChg chg="add mod">
          <ac:chgData name="Alba Refoyo Martínez" userId="40dfc253-5459-4055-88be-2c48984cd880" providerId="ADAL" clId="{A180C871-938B-50C5-97BB-93379BCF7A51}" dt="2026-10-16T14:00:52.979" v="8180" actId="1076"/>
          <ac:picMkLst>
            <pc:docMk/>
            <pc:sldMk cId="0" sldId="283"/>
            <ac:picMk id="17" creationId="{8F91559C-F1E9-F990-2F65-2FE732FD6A46}"/>
          </ac:picMkLst>
        </pc:picChg>
      </pc:sldChg>
      <pc:sldChg chg="addSp delSp modSp mod modNotesTx">
        <pc:chgData name="Alba Refoyo Martínez" userId="40dfc253-5459-4055-88be-2c48984cd880" providerId="ADAL" clId="{A180C871-938B-50C5-97BB-93379BCF7A51}" dt="2026-10-19T08:59:05.926" v="10847" actId="20577"/>
        <pc:sldMkLst>
          <pc:docMk/>
          <pc:sldMk cId="0" sldId="284"/>
        </pc:sldMkLst>
        <pc:spChg chg="mod">
          <ac:chgData name="Alba Refoyo Martínez" userId="40dfc253-5459-4055-88be-2c48984cd880" providerId="ADAL" clId="{A180C871-938B-50C5-97BB-93379BCF7A51}" dt="2026-10-12T06:42:38.712" v="203" actId="27636"/>
          <ac:spMkLst>
            <pc:docMk/>
            <pc:sldMk cId="0" sldId="284"/>
            <ac:spMk id="3" creationId="{00000000-0000-0000-0000-000000000000}"/>
          </ac:spMkLst>
        </pc:spChg>
        <pc:spChg chg="mod">
          <ac:chgData name="Alba Refoyo Martínez" userId="40dfc253-5459-4055-88be-2c48984cd880" providerId="ADAL" clId="{A180C871-938B-50C5-97BB-93379BCF7A51}" dt="2026-10-12T06:42:38.712" v="202" actId="27636"/>
          <ac:spMkLst>
            <pc:docMk/>
            <pc:sldMk cId="0" sldId="284"/>
            <ac:spMk id="4" creationId="{00000000-0000-0000-0000-000000000000}"/>
          </ac:spMkLst>
        </pc:spChg>
        <pc:spChg chg="mod">
          <ac:chgData name="Alba Refoyo Martínez" userId="40dfc253-5459-4055-88be-2c48984cd880" providerId="ADAL" clId="{A180C871-938B-50C5-97BB-93379BCF7A51}" dt="2026-10-12T06:42:38.712" v="201" actId="27636"/>
          <ac:spMkLst>
            <pc:docMk/>
            <pc:sldMk cId="0" sldId="284"/>
            <ac:spMk id="8" creationId="{00000000-0000-0000-0000-000000000000}"/>
          </ac:spMkLst>
        </pc:spChg>
        <pc:spChg chg="mod">
          <ac:chgData name="Alba Refoyo Martínez" userId="40dfc253-5459-4055-88be-2c48984cd880" providerId="ADAL" clId="{A180C871-938B-50C5-97BB-93379BCF7A51}" dt="2026-10-12T06:42:38.711" v="200" actId="27636"/>
          <ac:spMkLst>
            <pc:docMk/>
            <pc:sldMk cId="0" sldId="284"/>
            <ac:spMk id="12" creationId="{00000000-0000-0000-0000-000000000000}"/>
          </ac:spMkLst>
        </pc:spChg>
        <pc:spChg chg="mod">
          <ac:chgData name="Alba Refoyo Martínez" userId="40dfc253-5459-4055-88be-2c48984cd880" providerId="ADAL" clId="{A180C871-938B-50C5-97BB-93379BCF7A51}" dt="2026-10-18T10:15:20.434" v="10294" actId="403"/>
          <ac:spMkLst>
            <pc:docMk/>
            <pc:sldMk cId="0" sldId="284"/>
            <ac:spMk id="16" creationId="{00000000-0000-0000-0000-000000000000}"/>
          </ac:spMkLst>
        </pc:spChg>
        <pc:spChg chg="mod">
          <ac:chgData name="Alba Refoyo Martínez" userId="40dfc253-5459-4055-88be-2c48984cd880" providerId="ADAL" clId="{A180C871-938B-50C5-97BB-93379BCF7A51}" dt="2026-10-18T10:15:27.682" v="10297" actId="1076"/>
          <ac:spMkLst>
            <pc:docMk/>
            <pc:sldMk cId="0" sldId="284"/>
            <ac:spMk id="17" creationId="{00000000-0000-0000-0000-000000000000}"/>
          </ac:spMkLst>
        </pc:spChg>
        <pc:spChg chg="mod">
          <ac:chgData name="Alba Refoyo Martínez" userId="40dfc253-5459-4055-88be-2c48984cd880" providerId="ADAL" clId="{A180C871-938B-50C5-97BB-93379BCF7A51}" dt="2026-10-18T10:15:32.374" v="10298" actId="1076"/>
          <ac:spMkLst>
            <pc:docMk/>
            <pc:sldMk cId="0" sldId="284"/>
            <ac:spMk id="18" creationId="{00000000-0000-0000-0000-000000000000}"/>
          </ac:spMkLst>
        </pc:spChg>
        <pc:spChg chg="mod">
          <ac:chgData name="Alba Refoyo Martínez" userId="40dfc253-5459-4055-88be-2c48984cd880" providerId="ADAL" clId="{A180C871-938B-50C5-97BB-93379BCF7A51}" dt="2026-10-18T10:15:32.374" v="10298" actId="1076"/>
          <ac:spMkLst>
            <pc:docMk/>
            <pc:sldMk cId="0" sldId="284"/>
            <ac:spMk id="19" creationId="{00000000-0000-0000-0000-000000000000}"/>
          </ac:spMkLst>
        </pc:spChg>
        <pc:spChg chg="mod">
          <ac:chgData name="Alba Refoyo Martínez" userId="40dfc253-5459-4055-88be-2c48984cd880" providerId="ADAL" clId="{A180C871-938B-50C5-97BB-93379BCF7A51}" dt="2026-10-18T10:15:32.374" v="10298" actId="1076"/>
          <ac:spMkLst>
            <pc:docMk/>
            <pc:sldMk cId="0" sldId="284"/>
            <ac:spMk id="20" creationId="{00000000-0000-0000-0000-000000000000}"/>
          </ac:spMkLst>
        </pc:spChg>
        <pc:spChg chg="mod">
          <ac:chgData name="Alba Refoyo Martínez" userId="40dfc253-5459-4055-88be-2c48984cd880" providerId="ADAL" clId="{A180C871-938B-50C5-97BB-93379BCF7A51}" dt="2026-10-12T06:42:38.713" v="205" actId="27636"/>
          <ac:spMkLst>
            <pc:docMk/>
            <pc:sldMk cId="0" sldId="284"/>
            <ac:spMk id="21" creationId="{00000000-0000-0000-0000-000000000000}"/>
          </ac:spMkLst>
        </pc:spChg>
        <pc:spChg chg="add del mod">
          <ac:chgData name="Alba Refoyo Martínez" userId="40dfc253-5459-4055-88be-2c48984cd880" providerId="ADAL" clId="{A180C871-938B-50C5-97BB-93379BCF7A51}" dt="2026-10-18T10:14:30.437" v="10272" actId="478"/>
          <ac:spMkLst>
            <pc:docMk/>
            <pc:sldMk cId="0" sldId="284"/>
            <ac:spMk id="24" creationId="{FF1B4DE0-BE17-89D1-C6E2-FEA148D64DA5}"/>
          </ac:spMkLst>
        </pc:spChg>
        <pc:picChg chg="add mod">
          <ac:chgData name="Alba Refoyo Martínez" userId="40dfc253-5459-4055-88be-2c48984cd880" providerId="ADAL" clId="{A180C871-938B-50C5-97BB-93379BCF7A51}" dt="2026-10-18T10:14:40.706" v="10281" actId="1076"/>
          <ac:picMkLst>
            <pc:docMk/>
            <pc:sldMk cId="0" sldId="284"/>
            <ac:picMk id="22" creationId="{79E28959-CFB3-74F7-2BA6-503AF3DB22AF}"/>
          </ac:picMkLst>
        </pc:picChg>
      </pc:sldChg>
      <pc:sldChg chg="addSp modSp mod modNotesTx">
        <pc:chgData name="Alba Refoyo Martínez" userId="40dfc253-5459-4055-88be-2c48984cd880" providerId="ADAL" clId="{A180C871-938B-50C5-97BB-93379BCF7A51}" dt="2026-10-18T10:19:06.691" v="10326" actId="20577"/>
        <pc:sldMkLst>
          <pc:docMk/>
          <pc:sldMk cId="0" sldId="285"/>
        </pc:sldMkLst>
        <pc:spChg chg="mod">
          <ac:chgData name="Alba Refoyo Martínez" userId="40dfc253-5459-4055-88be-2c48984cd880" providerId="ADAL" clId="{A180C871-938B-50C5-97BB-93379BCF7A51}" dt="2026-10-12T06:42:38.723" v="218" actId="27636"/>
          <ac:spMkLst>
            <pc:docMk/>
            <pc:sldMk cId="0" sldId="285"/>
            <ac:spMk id="3" creationId="{00000000-0000-0000-0000-000000000000}"/>
          </ac:spMkLst>
        </pc:spChg>
        <pc:spChg chg="mod">
          <ac:chgData name="Alba Refoyo Martínez" userId="40dfc253-5459-4055-88be-2c48984cd880" providerId="ADAL" clId="{A180C871-938B-50C5-97BB-93379BCF7A51}" dt="2026-10-18T10:19:06.691" v="10326" actId="20577"/>
          <ac:spMkLst>
            <pc:docMk/>
            <pc:sldMk cId="0" sldId="285"/>
            <ac:spMk id="4" creationId="{00000000-0000-0000-0000-000000000000}"/>
          </ac:spMkLst>
        </pc:spChg>
        <pc:spChg chg="add mod">
          <ac:chgData name="Alba Refoyo Martínez" userId="40dfc253-5459-4055-88be-2c48984cd880" providerId="ADAL" clId="{A180C871-938B-50C5-97BB-93379BCF7A51}" dt="2026-10-16T07:04:01.450" v="2903" actId="1036"/>
          <ac:spMkLst>
            <pc:docMk/>
            <pc:sldMk cId="0" sldId="285"/>
            <ac:spMk id="6" creationId="{ECF57954-94C1-58A5-3109-CBC19291B863}"/>
          </ac:spMkLst>
        </pc:spChg>
        <pc:spChg chg="mod">
          <ac:chgData name="Alba Refoyo Martínez" userId="40dfc253-5459-4055-88be-2c48984cd880" providerId="ADAL" clId="{A180C871-938B-50C5-97BB-93379BCF7A51}" dt="2026-10-16T14:05:02.678" v="8245" actId="20577"/>
          <ac:spMkLst>
            <pc:docMk/>
            <pc:sldMk cId="0" sldId="285"/>
            <ac:spMk id="12" creationId="{00000000-0000-0000-0000-000000000000}"/>
          </ac:spMkLst>
        </pc:spChg>
        <pc:spChg chg="mod">
          <ac:chgData name="Alba Refoyo Martínez" userId="40dfc253-5459-4055-88be-2c48984cd880" providerId="ADAL" clId="{A180C871-938B-50C5-97BB-93379BCF7A51}" dt="2026-10-16T07:03:16.832" v="2858" actId="1076"/>
          <ac:spMkLst>
            <pc:docMk/>
            <pc:sldMk cId="0" sldId="285"/>
            <ac:spMk id="14" creationId="{00000000-0000-0000-0000-000000000000}"/>
          </ac:spMkLst>
        </pc:spChg>
        <pc:spChg chg="mod">
          <ac:chgData name="Alba Refoyo Martínez" userId="40dfc253-5459-4055-88be-2c48984cd880" providerId="ADAL" clId="{A180C871-938B-50C5-97BB-93379BCF7A51}" dt="2026-10-16T07:03:41.247" v="2881" actId="1036"/>
          <ac:spMkLst>
            <pc:docMk/>
            <pc:sldMk cId="0" sldId="285"/>
            <ac:spMk id="16" creationId="{00000000-0000-0000-0000-000000000000}"/>
          </ac:spMkLst>
        </pc:spChg>
        <pc:spChg chg="mod">
          <ac:chgData name="Alba Refoyo Martínez" userId="40dfc253-5459-4055-88be-2c48984cd880" providerId="ADAL" clId="{A180C871-938B-50C5-97BB-93379BCF7A51}" dt="2026-10-16T07:03:29.968" v="2874" actId="1035"/>
          <ac:spMkLst>
            <pc:docMk/>
            <pc:sldMk cId="0" sldId="285"/>
            <ac:spMk id="28" creationId="{08D617AD-DB8B-5096-4BF9-B7215BC69530}"/>
          </ac:spMkLst>
        </pc:spChg>
        <pc:spChg chg="mod">
          <ac:chgData name="Alba Refoyo Martínez" userId="40dfc253-5459-4055-88be-2c48984cd880" providerId="ADAL" clId="{A180C871-938B-50C5-97BB-93379BCF7A51}" dt="2026-10-16T07:03:29.968" v="2874" actId="1035"/>
          <ac:spMkLst>
            <pc:docMk/>
            <pc:sldMk cId="0" sldId="285"/>
            <ac:spMk id="29" creationId="{DB00213E-FDD0-66DA-9F5A-14BAB0A03F3F}"/>
          </ac:spMkLst>
        </pc:spChg>
        <pc:spChg chg="mod">
          <ac:chgData name="Alba Refoyo Martínez" userId="40dfc253-5459-4055-88be-2c48984cd880" providerId="ADAL" clId="{A180C871-938B-50C5-97BB-93379BCF7A51}" dt="2026-10-16T07:03:29.968" v="2874" actId="1035"/>
          <ac:spMkLst>
            <pc:docMk/>
            <pc:sldMk cId="0" sldId="285"/>
            <ac:spMk id="30" creationId="{254221D5-0944-7A85-149B-BFA3BC970786}"/>
          </ac:spMkLst>
        </pc:spChg>
        <pc:spChg chg="mod">
          <ac:chgData name="Alba Refoyo Martínez" userId="40dfc253-5459-4055-88be-2c48984cd880" providerId="ADAL" clId="{A180C871-938B-50C5-97BB-93379BCF7A51}" dt="2026-10-16T09:43:04.913" v="3312" actId="20577"/>
          <ac:spMkLst>
            <pc:docMk/>
            <pc:sldMk cId="0" sldId="285"/>
            <ac:spMk id="31" creationId="{AF3E3D9E-0266-DAA8-1A00-E36ED798DDC4}"/>
          </ac:spMkLst>
        </pc:spChg>
        <pc:spChg chg="mod">
          <ac:chgData name="Alba Refoyo Martínez" userId="40dfc253-5459-4055-88be-2c48984cd880" providerId="ADAL" clId="{A180C871-938B-50C5-97BB-93379BCF7A51}" dt="2026-10-16T07:03:29.968" v="2874" actId="1035"/>
          <ac:spMkLst>
            <pc:docMk/>
            <pc:sldMk cId="0" sldId="285"/>
            <ac:spMk id="32" creationId="{C39DEAAD-7669-69C3-483E-1FE10AE75D05}"/>
          </ac:spMkLst>
        </pc:spChg>
        <pc:spChg chg="mod">
          <ac:chgData name="Alba Refoyo Martínez" userId="40dfc253-5459-4055-88be-2c48984cd880" providerId="ADAL" clId="{A180C871-938B-50C5-97BB-93379BCF7A51}" dt="2026-10-16T07:03:47.490" v="2893" actId="1035"/>
          <ac:spMkLst>
            <pc:docMk/>
            <pc:sldMk cId="0" sldId="285"/>
            <ac:spMk id="33" creationId="{9EB788B4-977C-02A3-99A9-B6342F41F3AD}"/>
          </ac:spMkLst>
        </pc:spChg>
        <pc:spChg chg="mod">
          <ac:chgData name="Alba Refoyo Martínez" userId="40dfc253-5459-4055-88be-2c48984cd880" providerId="ADAL" clId="{A180C871-938B-50C5-97BB-93379BCF7A51}" dt="2026-10-16T07:03:47.490" v="2893" actId="1035"/>
          <ac:spMkLst>
            <pc:docMk/>
            <pc:sldMk cId="0" sldId="285"/>
            <ac:spMk id="35" creationId="{EF362A66-F4B6-C75D-7D13-12EA8F228A16}"/>
          </ac:spMkLst>
        </pc:spChg>
        <pc:spChg chg="mod">
          <ac:chgData name="Alba Refoyo Martínez" userId="40dfc253-5459-4055-88be-2c48984cd880" providerId="ADAL" clId="{A180C871-938B-50C5-97BB-93379BCF7A51}" dt="2026-10-16T07:03:47.490" v="2893" actId="1035"/>
          <ac:spMkLst>
            <pc:docMk/>
            <pc:sldMk cId="0" sldId="285"/>
            <ac:spMk id="36" creationId="{A72B5EF9-272B-ED31-E211-252347289AC2}"/>
          </ac:spMkLst>
        </pc:spChg>
        <pc:spChg chg="mod">
          <ac:chgData name="Alba Refoyo Martínez" userId="40dfc253-5459-4055-88be-2c48984cd880" providerId="ADAL" clId="{A180C871-938B-50C5-97BB-93379BCF7A51}" dt="2026-10-16T07:03:47.490" v="2893" actId="1035"/>
          <ac:spMkLst>
            <pc:docMk/>
            <pc:sldMk cId="0" sldId="285"/>
            <ac:spMk id="37" creationId="{DD8495BE-7130-BDE8-1200-DA031BEE40B8}"/>
          </ac:spMkLst>
        </pc:spChg>
        <pc:spChg chg="mod">
          <ac:chgData name="Alba Refoyo Martínez" userId="40dfc253-5459-4055-88be-2c48984cd880" providerId="ADAL" clId="{A180C871-938B-50C5-97BB-93379BCF7A51}" dt="2026-10-16T07:03:47.490" v="2893" actId="1035"/>
          <ac:spMkLst>
            <pc:docMk/>
            <pc:sldMk cId="0" sldId="285"/>
            <ac:spMk id="38" creationId="{45704FAE-34E5-89E1-D6A5-4927355361DA}"/>
          </ac:spMkLst>
        </pc:spChg>
        <pc:spChg chg="mod">
          <ac:chgData name="Alba Refoyo Martínez" userId="40dfc253-5459-4055-88be-2c48984cd880" providerId="ADAL" clId="{A180C871-938B-50C5-97BB-93379BCF7A51}" dt="2026-10-16T07:03:47.490" v="2893" actId="1035"/>
          <ac:spMkLst>
            <pc:docMk/>
            <pc:sldMk cId="0" sldId="285"/>
            <ac:spMk id="39" creationId="{5C781C7C-D02B-CB13-3F97-53CFD7787256}"/>
          </ac:spMkLst>
        </pc:spChg>
        <pc:spChg chg="mod">
          <ac:chgData name="Alba Refoyo Martínez" userId="40dfc253-5459-4055-88be-2c48984cd880" providerId="ADAL" clId="{A180C871-938B-50C5-97BB-93379BCF7A51}" dt="2026-10-16T07:03:47.490" v="2893" actId="1035"/>
          <ac:spMkLst>
            <pc:docMk/>
            <pc:sldMk cId="0" sldId="285"/>
            <ac:spMk id="40" creationId="{72E1F7E7-39BD-BED0-3639-F0295A43A28D}"/>
          </ac:spMkLst>
        </pc:spChg>
        <pc:spChg chg="mod">
          <ac:chgData name="Alba Refoyo Martínez" userId="40dfc253-5459-4055-88be-2c48984cd880" providerId="ADAL" clId="{A180C871-938B-50C5-97BB-93379BCF7A51}" dt="2026-10-16T07:03:47.490" v="2893" actId="1035"/>
          <ac:spMkLst>
            <pc:docMk/>
            <pc:sldMk cId="0" sldId="285"/>
            <ac:spMk id="41" creationId="{270FCF39-1EB2-BD4C-2675-3D7BFF38117E}"/>
          </ac:spMkLst>
        </pc:spChg>
        <pc:spChg chg="mod">
          <ac:chgData name="Alba Refoyo Martínez" userId="40dfc253-5459-4055-88be-2c48984cd880" providerId="ADAL" clId="{A180C871-938B-50C5-97BB-93379BCF7A51}" dt="2026-10-16T07:03:47.490" v="2893" actId="1035"/>
          <ac:spMkLst>
            <pc:docMk/>
            <pc:sldMk cId="0" sldId="285"/>
            <ac:spMk id="42" creationId="{ABECCD6D-FE54-BF1B-FB76-2880B3E4B877}"/>
          </ac:spMkLst>
        </pc:spChg>
        <pc:spChg chg="mod">
          <ac:chgData name="Alba Refoyo Martínez" userId="40dfc253-5459-4055-88be-2c48984cd880" providerId="ADAL" clId="{A180C871-938B-50C5-97BB-93379BCF7A51}" dt="2026-10-16T07:03:47.490" v="2893" actId="1035"/>
          <ac:spMkLst>
            <pc:docMk/>
            <pc:sldMk cId="0" sldId="285"/>
            <ac:spMk id="43" creationId="{4B690A83-500B-86E0-B7BE-00B6E19E46FA}"/>
          </ac:spMkLst>
        </pc:spChg>
        <pc:picChg chg="add mod">
          <ac:chgData name="Alba Refoyo Martínez" userId="40dfc253-5459-4055-88be-2c48984cd880" providerId="ADAL" clId="{A180C871-938B-50C5-97BB-93379BCF7A51}" dt="2026-10-16T07:03:07.886" v="2856"/>
          <ac:picMkLst>
            <pc:docMk/>
            <pc:sldMk cId="0" sldId="285"/>
            <ac:picMk id="5" creationId="{45310FEA-ECB1-ED7B-EC44-617BE83FB36F}"/>
          </ac:picMkLst>
        </pc:picChg>
      </pc:sldChg>
      <pc:sldChg chg="modSp mod modNotesTx">
        <pc:chgData name="Alba Refoyo Martínez" userId="40dfc253-5459-4055-88be-2c48984cd880" providerId="ADAL" clId="{A180C871-938B-50C5-97BB-93379BCF7A51}" dt="2026-10-18T10:37:02.055" v="10431" actId="20577"/>
        <pc:sldMkLst>
          <pc:docMk/>
          <pc:sldMk cId="0" sldId="286"/>
        </pc:sldMkLst>
        <pc:spChg chg="mod">
          <ac:chgData name="Alba Refoyo Martínez" userId="40dfc253-5459-4055-88be-2c48984cd880" providerId="ADAL" clId="{A180C871-938B-50C5-97BB-93379BCF7A51}" dt="2026-10-12T06:48:05.100" v="394" actId="20577"/>
          <ac:spMkLst>
            <pc:docMk/>
            <pc:sldMk cId="0" sldId="286"/>
            <ac:spMk id="3" creationId="{00000000-0000-0000-0000-000000000000}"/>
          </ac:spMkLst>
        </pc:spChg>
        <pc:spChg chg="mod">
          <ac:chgData name="Alba Refoyo Martínez" userId="40dfc253-5459-4055-88be-2c48984cd880" providerId="ADAL" clId="{A180C871-938B-50C5-97BB-93379BCF7A51}" dt="2026-10-12T06:42:38.733" v="221" actId="27636"/>
          <ac:spMkLst>
            <pc:docMk/>
            <pc:sldMk cId="0" sldId="286"/>
            <ac:spMk id="4"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5"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6" creationId="{00000000-0000-0000-0000-000000000000}"/>
          </ac:spMkLst>
        </pc:spChg>
        <pc:spChg chg="mod">
          <ac:chgData name="Alba Refoyo Martínez" userId="40dfc253-5459-4055-88be-2c48984cd880" providerId="ADAL" clId="{A180C871-938B-50C5-97BB-93379BCF7A51}" dt="2026-10-12T06:42:38.732" v="220" actId="27636"/>
          <ac:spMkLst>
            <pc:docMk/>
            <pc:sldMk cId="0" sldId="286"/>
            <ac:spMk id="7"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8"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9"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10"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11"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12"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13"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14" creationId="{00000000-0000-0000-0000-000000000000}"/>
          </ac:spMkLst>
        </pc:spChg>
        <pc:spChg chg="mod">
          <ac:chgData name="Alba Refoyo Martínez" userId="40dfc253-5459-4055-88be-2c48984cd880" providerId="ADAL" clId="{A180C871-938B-50C5-97BB-93379BCF7A51}" dt="2026-10-18T10:27:39.421" v="10399" actId="1035"/>
          <ac:spMkLst>
            <pc:docMk/>
            <pc:sldMk cId="0" sldId="286"/>
            <ac:spMk id="15" creationId="{00000000-0000-0000-0000-000000000000}"/>
          </ac:spMkLst>
        </pc:spChg>
        <pc:spChg chg="mod">
          <ac:chgData name="Alba Refoyo Martínez" userId="40dfc253-5459-4055-88be-2c48984cd880" providerId="ADAL" clId="{A180C871-938B-50C5-97BB-93379BCF7A51}" dt="2026-10-18T10:27:46.009" v="10404" actId="1036"/>
          <ac:spMkLst>
            <pc:docMk/>
            <pc:sldMk cId="0" sldId="286"/>
            <ac:spMk id="16" creationId="{00000000-0000-0000-0000-000000000000}"/>
          </ac:spMkLst>
        </pc:spChg>
        <pc:spChg chg="mod">
          <ac:chgData name="Alba Refoyo Martínez" userId="40dfc253-5459-4055-88be-2c48984cd880" providerId="ADAL" clId="{A180C871-938B-50C5-97BB-93379BCF7A51}" dt="2026-10-18T10:27:46.009" v="10404" actId="1036"/>
          <ac:spMkLst>
            <pc:docMk/>
            <pc:sldMk cId="0" sldId="286"/>
            <ac:spMk id="17" creationId="{00000000-0000-0000-0000-000000000000}"/>
          </ac:spMkLst>
        </pc:spChg>
        <pc:spChg chg="mod">
          <ac:chgData name="Alba Refoyo Martínez" userId="40dfc253-5459-4055-88be-2c48984cd880" providerId="ADAL" clId="{A180C871-938B-50C5-97BB-93379BCF7A51}" dt="2026-10-18T10:27:46.009" v="10404" actId="1036"/>
          <ac:spMkLst>
            <pc:docMk/>
            <pc:sldMk cId="0" sldId="286"/>
            <ac:spMk id="18" creationId="{00000000-0000-0000-0000-000000000000}"/>
          </ac:spMkLst>
        </pc:spChg>
        <pc:spChg chg="mod">
          <ac:chgData name="Alba Refoyo Martínez" userId="40dfc253-5459-4055-88be-2c48984cd880" providerId="ADAL" clId="{A180C871-938B-50C5-97BB-93379BCF7A51}" dt="2026-10-18T10:27:46.009" v="10404" actId="1036"/>
          <ac:spMkLst>
            <pc:docMk/>
            <pc:sldMk cId="0" sldId="286"/>
            <ac:spMk id="19" creationId="{00000000-0000-0000-0000-000000000000}"/>
          </ac:spMkLst>
        </pc:spChg>
        <pc:spChg chg="mod">
          <ac:chgData name="Alba Refoyo Martínez" userId="40dfc253-5459-4055-88be-2c48984cd880" providerId="ADAL" clId="{A180C871-938B-50C5-97BB-93379BCF7A51}" dt="2026-10-18T10:27:46.009" v="10404" actId="1036"/>
          <ac:spMkLst>
            <pc:docMk/>
            <pc:sldMk cId="0" sldId="286"/>
            <ac:spMk id="20" creationId="{00000000-0000-0000-0000-000000000000}"/>
          </ac:spMkLst>
        </pc:spChg>
        <pc:spChg chg="mod">
          <ac:chgData name="Alba Refoyo Martínez" userId="40dfc253-5459-4055-88be-2c48984cd880" providerId="ADAL" clId="{A180C871-938B-50C5-97BB-93379BCF7A51}" dt="2026-10-18T10:27:46.009" v="10404" actId="1036"/>
          <ac:spMkLst>
            <pc:docMk/>
            <pc:sldMk cId="0" sldId="286"/>
            <ac:spMk id="21" creationId="{00000000-0000-0000-0000-000000000000}"/>
          </ac:spMkLst>
        </pc:spChg>
        <pc:spChg chg="mod">
          <ac:chgData name="Alba Refoyo Martínez" userId="40dfc253-5459-4055-88be-2c48984cd880" providerId="ADAL" clId="{A180C871-938B-50C5-97BB-93379BCF7A51}" dt="2026-10-18T10:26:37.213" v="10358" actId="1036"/>
          <ac:spMkLst>
            <pc:docMk/>
            <pc:sldMk cId="0" sldId="286"/>
            <ac:spMk id="22" creationId="{00000000-0000-0000-0000-000000000000}"/>
          </ac:spMkLst>
        </pc:spChg>
        <pc:spChg chg="mod">
          <ac:chgData name="Alba Refoyo Martínez" userId="40dfc253-5459-4055-88be-2c48984cd880" providerId="ADAL" clId="{A180C871-938B-50C5-97BB-93379BCF7A51}" dt="2026-10-18T10:26:37.213" v="10358" actId="1036"/>
          <ac:spMkLst>
            <pc:docMk/>
            <pc:sldMk cId="0" sldId="286"/>
            <ac:spMk id="23" creationId="{00000000-0000-0000-0000-000000000000}"/>
          </ac:spMkLst>
        </pc:spChg>
        <pc:spChg chg="mod">
          <ac:chgData name="Alba Refoyo Martínez" userId="40dfc253-5459-4055-88be-2c48984cd880" providerId="ADAL" clId="{A180C871-938B-50C5-97BB-93379BCF7A51}" dt="2026-10-18T10:26:37.213" v="10358" actId="1036"/>
          <ac:spMkLst>
            <pc:docMk/>
            <pc:sldMk cId="0" sldId="286"/>
            <ac:spMk id="24" creationId="{00000000-0000-0000-0000-000000000000}"/>
          </ac:spMkLst>
        </pc:spChg>
        <pc:spChg chg="mod">
          <ac:chgData name="Alba Refoyo Martínez" userId="40dfc253-5459-4055-88be-2c48984cd880" providerId="ADAL" clId="{A180C871-938B-50C5-97BB-93379BCF7A51}" dt="2026-10-18T10:26:37.213" v="10358" actId="1036"/>
          <ac:spMkLst>
            <pc:docMk/>
            <pc:sldMk cId="0" sldId="286"/>
            <ac:spMk id="25" creationId="{00000000-0000-0000-0000-000000000000}"/>
          </ac:spMkLst>
        </pc:spChg>
        <pc:spChg chg="mod">
          <ac:chgData name="Alba Refoyo Martínez" userId="40dfc253-5459-4055-88be-2c48984cd880" providerId="ADAL" clId="{A180C871-938B-50C5-97BB-93379BCF7A51}" dt="2026-10-18T10:26:58.018" v="10386" actId="1035"/>
          <ac:spMkLst>
            <pc:docMk/>
            <pc:sldMk cId="0" sldId="286"/>
            <ac:spMk id="26" creationId="{00000000-0000-0000-0000-000000000000}"/>
          </ac:spMkLst>
        </pc:spChg>
        <pc:spChg chg="mod">
          <ac:chgData name="Alba Refoyo Martínez" userId="40dfc253-5459-4055-88be-2c48984cd880" providerId="ADAL" clId="{A180C871-938B-50C5-97BB-93379BCF7A51}" dt="2026-10-18T10:37:02.055" v="10431" actId="20577"/>
          <ac:spMkLst>
            <pc:docMk/>
            <pc:sldMk cId="0" sldId="286"/>
            <ac:spMk id="27" creationId="{00000000-0000-0000-0000-000000000000}"/>
          </ac:spMkLst>
        </pc:spChg>
        <pc:spChg chg="mod">
          <ac:chgData name="Alba Refoyo Martínez" userId="40dfc253-5459-4055-88be-2c48984cd880" providerId="ADAL" clId="{A180C871-938B-50C5-97BB-93379BCF7A51}" dt="2026-10-18T10:27:24.356" v="10393" actId="1035"/>
          <ac:spMkLst>
            <pc:docMk/>
            <pc:sldMk cId="0" sldId="286"/>
            <ac:spMk id="28" creationId="{00000000-0000-0000-0000-000000000000}"/>
          </ac:spMkLst>
        </pc:spChg>
        <pc:spChg chg="mod">
          <ac:chgData name="Alba Refoyo Martínez" userId="40dfc253-5459-4055-88be-2c48984cd880" providerId="ADAL" clId="{A180C871-938B-50C5-97BB-93379BCF7A51}" dt="2026-10-18T10:27:24.356" v="10393" actId="1035"/>
          <ac:spMkLst>
            <pc:docMk/>
            <pc:sldMk cId="0" sldId="286"/>
            <ac:spMk id="29" creationId="{00000000-0000-0000-0000-000000000000}"/>
          </ac:spMkLst>
        </pc:spChg>
      </pc:sldChg>
      <pc:sldChg chg="modSp mod modNotesTx">
        <pc:chgData name="Alba Refoyo Martínez" userId="40dfc253-5459-4055-88be-2c48984cd880" providerId="ADAL" clId="{A180C871-938B-50C5-97BB-93379BCF7A51}" dt="2026-10-18T10:21:31.731" v="10330" actId="20577"/>
        <pc:sldMkLst>
          <pc:docMk/>
          <pc:sldMk cId="0" sldId="287"/>
        </pc:sldMkLst>
        <pc:spChg chg="mod">
          <ac:chgData name="Alba Refoyo Martínez" userId="40dfc253-5459-4055-88be-2c48984cd880" providerId="ADAL" clId="{A180C871-938B-50C5-97BB-93379BCF7A51}" dt="2026-10-12T06:42:38.742" v="242" actId="27636"/>
          <ac:spMkLst>
            <pc:docMk/>
            <pc:sldMk cId="0" sldId="287"/>
            <ac:spMk id="3" creationId="{00000000-0000-0000-0000-000000000000}"/>
          </ac:spMkLst>
        </pc:spChg>
        <pc:spChg chg="mod">
          <ac:chgData name="Alba Refoyo Martínez" userId="40dfc253-5459-4055-88be-2c48984cd880" providerId="ADAL" clId="{A180C871-938B-50C5-97BB-93379BCF7A51}" dt="2026-10-18T10:21:31.731" v="10330" actId="20577"/>
          <ac:spMkLst>
            <pc:docMk/>
            <pc:sldMk cId="0" sldId="287"/>
            <ac:spMk id="4" creationId="{00000000-0000-0000-0000-000000000000}"/>
          </ac:spMkLst>
        </pc:spChg>
      </pc:sldChg>
      <pc:sldChg chg="addSp delSp modSp mod modNotesTx">
        <pc:chgData name="Alba Refoyo Martínez" userId="40dfc253-5459-4055-88be-2c48984cd880" providerId="ADAL" clId="{A180C871-938B-50C5-97BB-93379BCF7A51}" dt="2026-10-12T06:59:00.479" v="723" actId="20577"/>
        <pc:sldMkLst>
          <pc:docMk/>
          <pc:sldMk cId="0" sldId="288"/>
        </pc:sldMkLst>
        <pc:spChg chg="mod">
          <ac:chgData name="Alba Refoyo Martínez" userId="40dfc253-5459-4055-88be-2c48984cd880" providerId="ADAL" clId="{A180C871-938B-50C5-97BB-93379BCF7A51}" dt="2026-10-12T06:42:38.748" v="243" actId="27636"/>
          <ac:spMkLst>
            <pc:docMk/>
            <pc:sldMk cId="0" sldId="288"/>
            <ac:spMk id="2" creationId="{00000000-0000-0000-0000-000000000000}"/>
          </ac:spMkLst>
        </pc:spChg>
        <pc:spChg chg="mod">
          <ac:chgData name="Alba Refoyo Martínez" userId="40dfc253-5459-4055-88be-2c48984cd880" providerId="ADAL" clId="{A180C871-938B-50C5-97BB-93379BCF7A51}" dt="2026-10-12T06:56:41.727" v="601" actId="1035"/>
          <ac:spMkLst>
            <pc:docMk/>
            <pc:sldMk cId="0" sldId="288"/>
            <ac:spMk id="3" creationId="{00000000-0000-0000-0000-000000000000}"/>
          </ac:spMkLst>
        </pc:spChg>
        <pc:spChg chg="mod">
          <ac:chgData name="Alba Refoyo Martínez" userId="40dfc253-5459-4055-88be-2c48984cd880" providerId="ADAL" clId="{A180C871-938B-50C5-97BB-93379BCF7A51}" dt="2026-10-12T06:56:41.727" v="601" actId="1035"/>
          <ac:spMkLst>
            <pc:docMk/>
            <pc:sldMk cId="0" sldId="288"/>
            <ac:spMk id="4" creationId="{00000000-0000-0000-0000-000000000000}"/>
          </ac:spMkLst>
        </pc:spChg>
        <pc:spChg chg="mod">
          <ac:chgData name="Alba Refoyo Martínez" userId="40dfc253-5459-4055-88be-2c48984cd880" providerId="ADAL" clId="{A180C871-938B-50C5-97BB-93379BCF7A51}" dt="2026-10-12T06:42:38.750" v="248" actId="27636"/>
          <ac:spMkLst>
            <pc:docMk/>
            <pc:sldMk cId="0" sldId="288"/>
            <ac:spMk id="5" creationId="{00000000-0000-0000-0000-000000000000}"/>
          </ac:spMkLst>
        </pc:spChg>
        <pc:spChg chg="mod">
          <ac:chgData name="Alba Refoyo Martínez" userId="40dfc253-5459-4055-88be-2c48984cd880" providerId="ADAL" clId="{A180C871-938B-50C5-97BB-93379BCF7A51}" dt="2026-10-12T06:54:08.427" v="487" actId="14100"/>
          <ac:spMkLst>
            <pc:docMk/>
            <pc:sldMk cId="0" sldId="288"/>
            <ac:spMk id="6" creationId="{00000000-0000-0000-0000-000000000000}"/>
          </ac:spMkLst>
        </pc:spChg>
        <pc:spChg chg="mod">
          <ac:chgData name="Alba Refoyo Martínez" userId="40dfc253-5459-4055-88be-2c48984cd880" providerId="ADAL" clId="{A180C871-938B-50C5-97BB-93379BCF7A51}" dt="2026-10-12T06:42:38.749" v="244" actId="27636"/>
          <ac:spMkLst>
            <pc:docMk/>
            <pc:sldMk cId="0" sldId="288"/>
            <ac:spMk id="7" creationId="{00000000-0000-0000-0000-000000000000}"/>
          </ac:spMkLst>
        </pc:spChg>
        <pc:spChg chg="mod">
          <ac:chgData name="Alba Refoyo Martínez" userId="40dfc253-5459-4055-88be-2c48984cd880" providerId="ADAL" clId="{A180C871-938B-50C5-97BB-93379BCF7A51}" dt="2026-10-12T06:53:12.218" v="430" actId="1036"/>
          <ac:spMkLst>
            <pc:docMk/>
            <pc:sldMk cId="0" sldId="288"/>
            <ac:spMk id="8" creationId="{00000000-0000-0000-0000-000000000000}"/>
          </ac:spMkLst>
        </pc:spChg>
        <pc:spChg chg="mod">
          <ac:chgData name="Alba Refoyo Martínez" userId="40dfc253-5459-4055-88be-2c48984cd880" providerId="ADAL" clId="{A180C871-938B-50C5-97BB-93379BCF7A51}" dt="2026-10-12T06:42:38.752" v="253" actId="27636"/>
          <ac:spMkLst>
            <pc:docMk/>
            <pc:sldMk cId="0" sldId="288"/>
            <ac:spMk id="9" creationId="{00000000-0000-0000-0000-000000000000}"/>
          </ac:spMkLst>
        </pc:spChg>
        <pc:spChg chg="mod">
          <ac:chgData name="Alba Refoyo Martínez" userId="40dfc253-5459-4055-88be-2c48984cd880" providerId="ADAL" clId="{A180C871-938B-50C5-97BB-93379BCF7A51}" dt="2026-10-12T06:53:12.218" v="430" actId="1036"/>
          <ac:spMkLst>
            <pc:docMk/>
            <pc:sldMk cId="0" sldId="288"/>
            <ac:spMk id="10" creationId="{00000000-0000-0000-0000-000000000000}"/>
          </ac:spMkLst>
        </pc:spChg>
        <pc:spChg chg="mod">
          <ac:chgData name="Alba Refoyo Martínez" userId="40dfc253-5459-4055-88be-2c48984cd880" providerId="ADAL" clId="{A180C871-938B-50C5-97BB-93379BCF7A51}" dt="2026-10-12T06:42:38.751" v="249" actId="27636"/>
          <ac:spMkLst>
            <pc:docMk/>
            <pc:sldMk cId="0" sldId="288"/>
            <ac:spMk id="11" creationId="{00000000-0000-0000-0000-000000000000}"/>
          </ac:spMkLst>
        </pc:spChg>
        <pc:spChg chg="mod">
          <ac:chgData name="Alba Refoyo Martínez" userId="40dfc253-5459-4055-88be-2c48984cd880" providerId="ADAL" clId="{A180C871-938B-50C5-97BB-93379BCF7A51}" dt="2026-10-12T06:53:12.218" v="430" actId="1036"/>
          <ac:spMkLst>
            <pc:docMk/>
            <pc:sldMk cId="0" sldId="288"/>
            <ac:spMk id="12" creationId="{00000000-0000-0000-0000-000000000000}"/>
          </ac:spMkLst>
        </pc:spChg>
        <pc:spChg chg="add mod">
          <ac:chgData name="Alba Refoyo Martínez" userId="40dfc253-5459-4055-88be-2c48984cd880" providerId="ADAL" clId="{A180C871-938B-50C5-97BB-93379BCF7A51}" dt="2026-10-12T06:57:46.722" v="603" actId="1076"/>
          <ac:spMkLst>
            <pc:docMk/>
            <pc:sldMk cId="0" sldId="288"/>
            <ac:spMk id="16" creationId="{74289C85-A10D-1253-8254-1EA2BBCAF3CF}"/>
          </ac:spMkLst>
        </pc:spChg>
        <pc:spChg chg="add mod">
          <ac:chgData name="Alba Refoyo Martínez" userId="40dfc253-5459-4055-88be-2c48984cd880" providerId="ADAL" clId="{A180C871-938B-50C5-97BB-93379BCF7A51}" dt="2026-10-12T06:58:24.722" v="701" actId="313"/>
          <ac:spMkLst>
            <pc:docMk/>
            <pc:sldMk cId="0" sldId="288"/>
            <ac:spMk id="17" creationId="{A456D418-EEA9-6EBB-EAAD-AFFF643F9BA6}"/>
          </ac:spMkLst>
        </pc:spChg>
      </pc:sldChg>
      <pc:sldChg chg="modSp mod">
        <pc:chgData name="Alba Refoyo Martínez" userId="40dfc253-5459-4055-88be-2c48984cd880" providerId="ADAL" clId="{A180C871-938B-50C5-97BB-93379BCF7A51}" dt="2026-10-12T06:42:38.759" v="258" actId="27636"/>
        <pc:sldMkLst>
          <pc:docMk/>
          <pc:sldMk cId="0" sldId="289"/>
        </pc:sldMkLst>
        <pc:spChg chg="mod">
          <ac:chgData name="Alba Refoyo Martínez" userId="40dfc253-5459-4055-88be-2c48984cd880" providerId="ADAL" clId="{A180C871-938B-50C5-97BB-93379BCF7A51}" dt="2026-10-12T06:42:38.758" v="255" actId="27636"/>
          <ac:spMkLst>
            <pc:docMk/>
            <pc:sldMk cId="0" sldId="289"/>
            <ac:spMk id="2" creationId="{00000000-0000-0000-0000-000000000000}"/>
          </ac:spMkLst>
        </pc:spChg>
        <pc:spChg chg="mod">
          <ac:chgData name="Alba Refoyo Martínez" userId="40dfc253-5459-4055-88be-2c48984cd880" providerId="ADAL" clId="{A180C871-938B-50C5-97BB-93379BCF7A51}" dt="2026-10-12T06:42:38.759" v="258" actId="27636"/>
          <ac:spMkLst>
            <pc:docMk/>
            <pc:sldMk cId="0" sldId="289"/>
            <ac:spMk id="3" creationId="{00000000-0000-0000-0000-000000000000}"/>
          </ac:spMkLst>
        </pc:spChg>
        <pc:spChg chg="mod">
          <ac:chgData name="Alba Refoyo Martínez" userId="40dfc253-5459-4055-88be-2c48984cd880" providerId="ADAL" clId="{A180C871-938B-50C5-97BB-93379BCF7A51}" dt="2026-10-12T06:42:38.759" v="257" actId="27636"/>
          <ac:spMkLst>
            <pc:docMk/>
            <pc:sldMk cId="0" sldId="289"/>
            <ac:spMk id="4" creationId="{00000000-0000-0000-0000-000000000000}"/>
          </ac:spMkLst>
        </pc:spChg>
      </pc:sldChg>
      <pc:sldChg chg="modSp mod ord">
        <pc:chgData name="Alba Refoyo Martínez" userId="40dfc253-5459-4055-88be-2c48984cd880" providerId="ADAL" clId="{A180C871-938B-50C5-97BB-93379BCF7A51}" dt="2026-10-18T10:38:36.617" v="10432" actId="20578"/>
        <pc:sldMkLst>
          <pc:docMk/>
          <pc:sldMk cId="0" sldId="290"/>
        </pc:sldMkLst>
        <pc:spChg chg="mod">
          <ac:chgData name="Alba Refoyo Martínez" userId="40dfc253-5459-4055-88be-2c48984cd880" providerId="ADAL" clId="{A180C871-938B-50C5-97BB-93379BCF7A51}" dt="2026-10-12T06:42:38.768" v="269" actId="27636"/>
          <ac:spMkLst>
            <pc:docMk/>
            <pc:sldMk cId="0" sldId="290"/>
            <ac:spMk id="3" creationId="{00000000-0000-0000-0000-000000000000}"/>
          </ac:spMkLst>
        </pc:spChg>
        <pc:spChg chg="mod">
          <ac:chgData name="Alba Refoyo Martínez" userId="40dfc253-5459-4055-88be-2c48984cd880" providerId="ADAL" clId="{A180C871-938B-50C5-97BB-93379BCF7A51}" dt="2026-10-12T06:42:38.768" v="268" actId="27636"/>
          <ac:spMkLst>
            <pc:docMk/>
            <pc:sldMk cId="0" sldId="290"/>
            <ac:spMk id="4" creationId="{00000000-0000-0000-0000-000000000000}"/>
          </ac:spMkLst>
        </pc:spChg>
        <pc:spChg chg="mod">
          <ac:chgData name="Alba Refoyo Martínez" userId="40dfc253-5459-4055-88be-2c48984cd880" providerId="ADAL" clId="{A180C871-938B-50C5-97BB-93379BCF7A51}" dt="2026-10-12T06:42:38.767" v="267" actId="27636"/>
          <ac:spMkLst>
            <pc:docMk/>
            <pc:sldMk cId="0" sldId="290"/>
            <ac:spMk id="5" creationId="{00000000-0000-0000-0000-000000000000}"/>
          </ac:spMkLst>
        </pc:spChg>
        <pc:spChg chg="mod">
          <ac:chgData name="Alba Refoyo Martínez" userId="40dfc253-5459-4055-88be-2c48984cd880" providerId="ADAL" clId="{A180C871-938B-50C5-97BB-93379BCF7A51}" dt="2026-10-12T06:42:38.769" v="272" actId="27636"/>
          <ac:spMkLst>
            <pc:docMk/>
            <pc:sldMk cId="0" sldId="290"/>
            <ac:spMk id="6" creationId="{00000000-0000-0000-0000-000000000000}"/>
          </ac:spMkLst>
        </pc:spChg>
        <pc:spChg chg="mod">
          <ac:chgData name="Alba Refoyo Martínez" userId="40dfc253-5459-4055-88be-2c48984cd880" providerId="ADAL" clId="{A180C871-938B-50C5-97BB-93379BCF7A51}" dt="2026-10-16T14:08:26.173" v="8591" actId="1035"/>
          <ac:spMkLst>
            <pc:docMk/>
            <pc:sldMk cId="0" sldId="290"/>
            <ac:spMk id="7" creationId="{00000000-0000-0000-0000-000000000000}"/>
          </ac:spMkLst>
        </pc:spChg>
        <pc:spChg chg="mod">
          <ac:chgData name="Alba Refoyo Martínez" userId="40dfc253-5459-4055-88be-2c48984cd880" providerId="ADAL" clId="{A180C871-938B-50C5-97BB-93379BCF7A51}" dt="2026-10-16T14:08:26.173" v="8591" actId="1035"/>
          <ac:spMkLst>
            <pc:docMk/>
            <pc:sldMk cId="0" sldId="290"/>
            <ac:spMk id="8" creationId="{00000000-0000-0000-0000-000000000000}"/>
          </ac:spMkLst>
        </pc:spChg>
        <pc:spChg chg="mod">
          <ac:chgData name="Alba Refoyo Martínez" userId="40dfc253-5459-4055-88be-2c48984cd880" providerId="ADAL" clId="{A180C871-938B-50C5-97BB-93379BCF7A51}" dt="2026-10-16T14:08:26.173" v="8591" actId="1035"/>
          <ac:spMkLst>
            <pc:docMk/>
            <pc:sldMk cId="0" sldId="290"/>
            <ac:spMk id="9" creationId="{00000000-0000-0000-0000-000000000000}"/>
          </ac:spMkLst>
        </pc:spChg>
        <pc:spChg chg="mod">
          <ac:chgData name="Alba Refoyo Martínez" userId="40dfc253-5459-4055-88be-2c48984cd880" providerId="ADAL" clId="{A180C871-938B-50C5-97BB-93379BCF7A51}" dt="2026-10-16T14:08:26.173" v="8591" actId="1035"/>
          <ac:spMkLst>
            <pc:docMk/>
            <pc:sldMk cId="0" sldId="290"/>
            <ac:spMk id="10" creationId="{00000000-0000-0000-0000-000000000000}"/>
          </ac:spMkLst>
        </pc:spChg>
        <pc:spChg chg="mod">
          <ac:chgData name="Alba Refoyo Martínez" userId="40dfc253-5459-4055-88be-2c48984cd880" providerId="ADAL" clId="{A180C871-938B-50C5-97BB-93379BCF7A51}" dt="2026-10-12T06:42:38.766" v="264" actId="27636"/>
          <ac:spMkLst>
            <pc:docMk/>
            <pc:sldMk cId="0" sldId="290"/>
            <ac:spMk id="11" creationId="{00000000-0000-0000-0000-000000000000}"/>
          </ac:spMkLst>
        </pc:spChg>
        <pc:spChg chg="mod">
          <ac:chgData name="Alba Refoyo Martínez" userId="40dfc253-5459-4055-88be-2c48984cd880" providerId="ADAL" clId="{A180C871-938B-50C5-97BB-93379BCF7A51}" dt="2026-10-12T06:42:38.766" v="263" actId="27636"/>
          <ac:spMkLst>
            <pc:docMk/>
            <pc:sldMk cId="0" sldId="290"/>
            <ac:spMk id="12" creationId="{00000000-0000-0000-0000-000000000000}"/>
          </ac:spMkLst>
        </pc:spChg>
        <pc:spChg chg="mod">
          <ac:chgData name="Alba Refoyo Martínez" userId="40dfc253-5459-4055-88be-2c48984cd880" providerId="ADAL" clId="{A180C871-938B-50C5-97BB-93379BCF7A51}" dt="2026-10-12T06:42:38.765" v="262" actId="27636"/>
          <ac:spMkLst>
            <pc:docMk/>
            <pc:sldMk cId="0" sldId="290"/>
            <ac:spMk id="13" creationId="{00000000-0000-0000-0000-000000000000}"/>
          </ac:spMkLst>
        </pc:spChg>
        <pc:spChg chg="mod">
          <ac:chgData name="Alba Refoyo Martínez" userId="40dfc253-5459-4055-88be-2c48984cd880" providerId="ADAL" clId="{A180C871-938B-50C5-97BB-93379BCF7A51}" dt="2026-10-12T06:42:38.765" v="261" actId="27636"/>
          <ac:spMkLst>
            <pc:docMk/>
            <pc:sldMk cId="0" sldId="290"/>
            <ac:spMk id="14" creationId="{00000000-0000-0000-0000-000000000000}"/>
          </ac:spMkLst>
        </pc:spChg>
        <pc:spChg chg="mod">
          <ac:chgData name="Alba Refoyo Martínez" userId="40dfc253-5459-4055-88be-2c48984cd880" providerId="ADAL" clId="{A180C871-938B-50C5-97BB-93379BCF7A51}" dt="2026-10-16T14:09:48.888" v="8663" actId="14100"/>
          <ac:spMkLst>
            <pc:docMk/>
            <pc:sldMk cId="0" sldId="290"/>
            <ac:spMk id="15" creationId="{00000000-0000-0000-0000-000000000000}"/>
          </ac:spMkLst>
        </pc:spChg>
      </pc:sldChg>
      <pc:sldChg chg="delSp modSp mod ord modNotesTx">
        <pc:chgData name="Alba Refoyo Martínez" userId="40dfc253-5459-4055-88be-2c48984cd880" providerId="ADAL" clId="{A180C871-938B-50C5-97BB-93379BCF7A51}" dt="2026-10-18T10:35:10.746" v="10407"/>
        <pc:sldMkLst>
          <pc:docMk/>
          <pc:sldMk cId="0" sldId="291"/>
        </pc:sldMkLst>
        <pc:spChg chg="mod">
          <ac:chgData name="Alba Refoyo Martínez" userId="40dfc253-5459-4055-88be-2c48984cd880" providerId="ADAL" clId="{A180C871-938B-50C5-97BB-93379BCF7A51}" dt="2026-10-12T06:42:38.777" v="280" actId="27636"/>
          <ac:spMkLst>
            <pc:docMk/>
            <pc:sldMk cId="0" sldId="291"/>
            <ac:spMk id="3" creationId="{00000000-0000-0000-0000-000000000000}"/>
          </ac:spMkLst>
        </pc:spChg>
        <pc:spChg chg="mod">
          <ac:chgData name="Alba Refoyo Martínez" userId="40dfc253-5459-4055-88be-2c48984cd880" providerId="ADAL" clId="{A180C871-938B-50C5-97BB-93379BCF7A51}" dt="2026-10-16T14:09:01.889" v="8640" actId="1038"/>
          <ac:spMkLst>
            <pc:docMk/>
            <pc:sldMk cId="0" sldId="291"/>
            <ac:spMk id="4" creationId="{00000000-0000-0000-0000-000000000000}"/>
          </ac:spMkLst>
        </pc:spChg>
        <pc:spChg chg="mod">
          <ac:chgData name="Alba Refoyo Martínez" userId="40dfc253-5459-4055-88be-2c48984cd880" providerId="ADAL" clId="{A180C871-938B-50C5-97BB-93379BCF7A51}" dt="2026-10-18T10:35:10.746" v="10407"/>
          <ac:spMkLst>
            <pc:docMk/>
            <pc:sldMk cId="0" sldId="291"/>
            <ac:spMk id="5" creationId="{00000000-0000-0000-0000-000000000000}"/>
          </ac:spMkLst>
        </pc:spChg>
        <pc:spChg chg="mod">
          <ac:chgData name="Alba Refoyo Martínez" userId="40dfc253-5459-4055-88be-2c48984cd880" providerId="ADAL" clId="{A180C871-938B-50C5-97BB-93379BCF7A51}" dt="2026-10-16T14:09:01.889" v="8640" actId="1038"/>
          <ac:spMkLst>
            <pc:docMk/>
            <pc:sldMk cId="0" sldId="291"/>
            <ac:spMk id="6" creationId="{00000000-0000-0000-0000-000000000000}"/>
          </ac:spMkLst>
        </pc:spChg>
        <pc:spChg chg="mod">
          <ac:chgData name="Alba Refoyo Martínez" userId="40dfc253-5459-4055-88be-2c48984cd880" providerId="ADAL" clId="{A180C871-938B-50C5-97BB-93379BCF7A51}" dt="2026-10-16T14:09:01.889" v="8640" actId="1038"/>
          <ac:spMkLst>
            <pc:docMk/>
            <pc:sldMk cId="0" sldId="291"/>
            <ac:spMk id="7" creationId="{00000000-0000-0000-0000-000000000000}"/>
          </ac:spMkLst>
        </pc:spChg>
        <pc:spChg chg="mod">
          <ac:chgData name="Alba Refoyo Martínez" userId="40dfc253-5459-4055-88be-2c48984cd880" providerId="ADAL" clId="{A180C871-938B-50C5-97BB-93379BCF7A51}" dt="2026-10-16T14:09:06.862" v="8646" actId="1035"/>
          <ac:spMkLst>
            <pc:docMk/>
            <pc:sldMk cId="0" sldId="291"/>
            <ac:spMk id="8" creationId="{00000000-0000-0000-0000-000000000000}"/>
          </ac:spMkLst>
        </pc:spChg>
        <pc:spChg chg="mod">
          <ac:chgData name="Alba Refoyo Martínez" userId="40dfc253-5459-4055-88be-2c48984cd880" providerId="ADAL" clId="{A180C871-938B-50C5-97BB-93379BCF7A51}" dt="2026-10-16T14:09:06.862" v="8646" actId="1035"/>
          <ac:spMkLst>
            <pc:docMk/>
            <pc:sldMk cId="0" sldId="291"/>
            <ac:spMk id="9" creationId="{00000000-0000-0000-0000-000000000000}"/>
          </ac:spMkLst>
        </pc:spChg>
        <pc:spChg chg="mod">
          <ac:chgData name="Alba Refoyo Martínez" userId="40dfc253-5459-4055-88be-2c48984cd880" providerId="ADAL" clId="{A180C871-938B-50C5-97BB-93379BCF7A51}" dt="2026-10-16T14:09:11.873" v="8660" actId="1036"/>
          <ac:spMkLst>
            <pc:docMk/>
            <pc:sldMk cId="0" sldId="291"/>
            <ac:spMk id="10" creationId="{00000000-0000-0000-0000-000000000000}"/>
          </ac:spMkLst>
        </pc:spChg>
        <pc:spChg chg="mod">
          <ac:chgData name="Alba Refoyo Martínez" userId="40dfc253-5459-4055-88be-2c48984cd880" providerId="ADAL" clId="{A180C871-938B-50C5-97BB-93379BCF7A51}" dt="2026-10-16T14:09:11.873" v="8660" actId="1036"/>
          <ac:spMkLst>
            <pc:docMk/>
            <pc:sldMk cId="0" sldId="291"/>
            <ac:spMk id="11" creationId="{00000000-0000-0000-0000-000000000000}"/>
          </ac:spMkLst>
        </pc:spChg>
      </pc:sldChg>
      <pc:sldChg chg="modSp mod">
        <pc:chgData name="Alba Refoyo Martínez" userId="40dfc253-5459-4055-88be-2c48984cd880" providerId="ADAL" clId="{A180C871-938B-50C5-97BB-93379BCF7A51}" dt="2026-10-12T06:42:38.787" v="294" actId="27636"/>
        <pc:sldMkLst>
          <pc:docMk/>
          <pc:sldMk cId="0" sldId="292"/>
        </pc:sldMkLst>
        <pc:spChg chg="mod">
          <ac:chgData name="Alba Refoyo Martínez" userId="40dfc253-5459-4055-88be-2c48984cd880" providerId="ADAL" clId="{A180C871-938B-50C5-97BB-93379BCF7A51}" dt="2026-10-12T06:42:38.787" v="292" actId="27636"/>
          <ac:spMkLst>
            <pc:docMk/>
            <pc:sldMk cId="0" sldId="292"/>
            <ac:spMk id="3" creationId="{00000000-0000-0000-0000-000000000000}"/>
          </ac:spMkLst>
        </pc:spChg>
        <pc:spChg chg="mod">
          <ac:chgData name="Alba Refoyo Martínez" userId="40dfc253-5459-4055-88be-2c48984cd880" providerId="ADAL" clId="{A180C871-938B-50C5-97BB-93379BCF7A51}" dt="2026-10-12T06:42:38.786" v="291" actId="27636"/>
          <ac:spMkLst>
            <pc:docMk/>
            <pc:sldMk cId="0" sldId="292"/>
            <ac:spMk id="5" creationId="{00000000-0000-0000-0000-000000000000}"/>
          </ac:spMkLst>
        </pc:spChg>
        <pc:spChg chg="mod">
          <ac:chgData name="Alba Refoyo Martínez" userId="40dfc253-5459-4055-88be-2c48984cd880" providerId="ADAL" clId="{A180C871-938B-50C5-97BB-93379BCF7A51}" dt="2026-10-12T06:42:38.782" v="282" actId="27636"/>
          <ac:spMkLst>
            <pc:docMk/>
            <pc:sldMk cId="0" sldId="292"/>
            <ac:spMk id="7" creationId="{00000000-0000-0000-0000-000000000000}"/>
          </ac:spMkLst>
        </pc:spChg>
        <pc:spChg chg="mod">
          <ac:chgData name="Alba Refoyo Martínez" userId="40dfc253-5459-4055-88be-2c48984cd880" providerId="ADAL" clId="{A180C871-938B-50C5-97BB-93379BCF7A51}" dt="2026-10-12T06:42:38.787" v="294" actId="27636"/>
          <ac:spMkLst>
            <pc:docMk/>
            <pc:sldMk cId="0" sldId="292"/>
            <ac:spMk id="9" creationId="{00000000-0000-0000-0000-000000000000}"/>
          </ac:spMkLst>
        </pc:spChg>
        <pc:spChg chg="mod">
          <ac:chgData name="Alba Refoyo Martínez" userId="40dfc253-5459-4055-88be-2c48984cd880" providerId="ADAL" clId="{A180C871-938B-50C5-97BB-93379BCF7A51}" dt="2026-10-12T06:42:38.785" v="289" actId="27636"/>
          <ac:spMkLst>
            <pc:docMk/>
            <pc:sldMk cId="0" sldId="292"/>
            <ac:spMk id="11" creationId="{00000000-0000-0000-0000-000000000000}"/>
          </ac:spMkLst>
        </pc:spChg>
        <pc:spChg chg="mod">
          <ac:chgData name="Alba Refoyo Martínez" userId="40dfc253-5459-4055-88be-2c48984cd880" providerId="ADAL" clId="{A180C871-938B-50C5-97BB-93379BCF7A51}" dt="2026-10-12T06:42:38.785" v="288" actId="27636"/>
          <ac:spMkLst>
            <pc:docMk/>
            <pc:sldMk cId="0" sldId="292"/>
            <ac:spMk id="13" creationId="{00000000-0000-0000-0000-000000000000}"/>
          </ac:spMkLst>
        </pc:spChg>
        <pc:spChg chg="mod">
          <ac:chgData name="Alba Refoyo Martínez" userId="40dfc253-5459-4055-88be-2c48984cd880" providerId="ADAL" clId="{A180C871-938B-50C5-97BB-93379BCF7A51}" dt="2026-10-12T06:42:38.784" v="287" actId="27636"/>
          <ac:spMkLst>
            <pc:docMk/>
            <pc:sldMk cId="0" sldId="292"/>
            <ac:spMk id="15" creationId="{00000000-0000-0000-0000-000000000000}"/>
          </ac:spMkLst>
        </pc:spChg>
        <pc:spChg chg="mod">
          <ac:chgData name="Alba Refoyo Martínez" userId="40dfc253-5459-4055-88be-2c48984cd880" providerId="ADAL" clId="{A180C871-938B-50C5-97BB-93379BCF7A51}" dt="2026-10-12T06:42:38.784" v="286" actId="27636"/>
          <ac:spMkLst>
            <pc:docMk/>
            <pc:sldMk cId="0" sldId="292"/>
            <ac:spMk id="17" creationId="{00000000-0000-0000-0000-000000000000}"/>
          </ac:spMkLst>
        </pc:spChg>
        <pc:spChg chg="mod">
          <ac:chgData name="Alba Refoyo Martínez" userId="40dfc253-5459-4055-88be-2c48984cd880" providerId="ADAL" clId="{A180C871-938B-50C5-97BB-93379BCF7A51}" dt="2026-10-12T06:42:38.786" v="290" actId="27636"/>
          <ac:spMkLst>
            <pc:docMk/>
            <pc:sldMk cId="0" sldId="292"/>
            <ac:spMk id="19" creationId="{00000000-0000-0000-0000-000000000000}"/>
          </ac:spMkLst>
        </pc:spChg>
        <pc:spChg chg="mod">
          <ac:chgData name="Alba Refoyo Martínez" userId="40dfc253-5459-4055-88be-2c48984cd880" providerId="ADAL" clId="{A180C871-938B-50C5-97BB-93379BCF7A51}" dt="2026-10-12T06:42:38.783" v="284" actId="27636"/>
          <ac:spMkLst>
            <pc:docMk/>
            <pc:sldMk cId="0" sldId="292"/>
            <ac:spMk id="21" creationId="{00000000-0000-0000-0000-000000000000}"/>
          </ac:spMkLst>
        </pc:spChg>
        <pc:spChg chg="mod">
          <ac:chgData name="Alba Refoyo Martínez" userId="40dfc253-5459-4055-88be-2c48984cd880" providerId="ADAL" clId="{A180C871-938B-50C5-97BB-93379BCF7A51}" dt="2026-10-12T06:42:38.783" v="283" actId="27636"/>
          <ac:spMkLst>
            <pc:docMk/>
            <pc:sldMk cId="0" sldId="292"/>
            <ac:spMk id="23" creationId="{00000000-0000-0000-0000-000000000000}"/>
          </ac:spMkLst>
        </pc:spChg>
        <pc:spChg chg="mod">
          <ac:chgData name="Alba Refoyo Martínez" userId="40dfc253-5459-4055-88be-2c48984cd880" providerId="ADAL" clId="{A180C871-938B-50C5-97BB-93379BCF7A51}" dt="2026-10-12T06:42:38.784" v="285" actId="27636"/>
          <ac:spMkLst>
            <pc:docMk/>
            <pc:sldMk cId="0" sldId="292"/>
            <ac:spMk id="25" creationId="{00000000-0000-0000-0000-000000000000}"/>
          </ac:spMkLst>
        </pc:spChg>
      </pc:sldChg>
      <pc:sldChg chg="addSp modSp mod modNotesTx">
        <pc:chgData name="Alba Refoyo Martínez" userId="40dfc253-5459-4055-88be-2c48984cd880" providerId="ADAL" clId="{A180C871-938B-50C5-97BB-93379BCF7A51}" dt="2026-10-18T09:55:27.756" v="9988" actId="403"/>
        <pc:sldMkLst>
          <pc:docMk/>
          <pc:sldMk cId="1846761355" sldId="302"/>
        </pc:sldMkLst>
        <pc:spChg chg="add mod">
          <ac:chgData name="Alba Refoyo Martínez" userId="40dfc253-5459-4055-88be-2c48984cd880" providerId="ADAL" clId="{A180C871-938B-50C5-97BB-93379BCF7A51}" dt="2026-10-18T09:55:27.756" v="9988" actId="403"/>
          <ac:spMkLst>
            <pc:docMk/>
            <pc:sldMk cId="1846761355" sldId="302"/>
            <ac:spMk id="5" creationId="{662532C5-2D35-F66F-F1C3-13F784F0A24B}"/>
          </ac:spMkLst>
        </pc:spChg>
        <pc:picChg chg="mod">
          <ac:chgData name="Alba Refoyo Martínez" userId="40dfc253-5459-4055-88be-2c48984cd880" providerId="ADAL" clId="{A180C871-938B-50C5-97BB-93379BCF7A51}" dt="2026-10-16T13:03:40.684" v="7046" actId="1038"/>
          <ac:picMkLst>
            <pc:docMk/>
            <pc:sldMk cId="1846761355" sldId="302"/>
            <ac:picMk id="2" creationId="{9902B385-83F2-8E6C-26E5-2524C4CDA5B1}"/>
          </ac:picMkLst>
        </pc:picChg>
        <pc:picChg chg="add mod">
          <ac:chgData name="Alba Refoyo Martínez" userId="40dfc253-5459-4055-88be-2c48984cd880" providerId="ADAL" clId="{A180C871-938B-50C5-97BB-93379BCF7A51}" dt="2026-10-16T13:03:37.539" v="7038" actId="1076"/>
          <ac:picMkLst>
            <pc:docMk/>
            <pc:sldMk cId="1846761355" sldId="302"/>
            <ac:picMk id="4" creationId="{FB0C9DA3-8BE0-7F11-7A4D-E9DFA67821D6}"/>
          </ac:picMkLst>
        </pc:picChg>
      </pc:sldChg>
      <pc:sldChg chg="addSp modSp new mod modAnim modNotesTx">
        <pc:chgData name="Alba Refoyo Martínez" userId="40dfc253-5459-4055-88be-2c48984cd880" providerId="ADAL" clId="{A180C871-938B-50C5-97BB-93379BCF7A51}" dt="2026-10-19T06:53:29.255" v="10504" actId="20577"/>
        <pc:sldMkLst>
          <pc:docMk/>
          <pc:sldMk cId="3930536894" sldId="303"/>
        </pc:sldMkLst>
        <pc:spChg chg="add mod">
          <ac:chgData name="Alba Refoyo Martínez" userId="40dfc253-5459-4055-88be-2c48984cd880" providerId="ADAL" clId="{A180C871-938B-50C5-97BB-93379BCF7A51}" dt="2026-10-12T08:11:52.349" v="1434" actId="1076"/>
          <ac:spMkLst>
            <pc:docMk/>
            <pc:sldMk cId="3930536894" sldId="303"/>
            <ac:spMk id="3" creationId="{DC380DDB-EEA5-F77C-35BB-649E15656A65}"/>
          </ac:spMkLst>
        </pc:spChg>
        <pc:spChg chg="add mod">
          <ac:chgData name="Alba Refoyo Martínez" userId="40dfc253-5459-4055-88be-2c48984cd880" providerId="ADAL" clId="{A180C871-938B-50C5-97BB-93379BCF7A51}" dt="2026-10-12T08:17:59.787" v="1479" actId="1036"/>
          <ac:spMkLst>
            <pc:docMk/>
            <pc:sldMk cId="3930536894" sldId="303"/>
            <ac:spMk id="4" creationId="{C7846796-CBD7-DE36-2942-00EEA8A9DCFA}"/>
          </ac:spMkLst>
        </pc:spChg>
        <pc:spChg chg="add mod">
          <ac:chgData name="Alba Refoyo Martínez" userId="40dfc253-5459-4055-88be-2c48984cd880" providerId="ADAL" clId="{A180C871-938B-50C5-97BB-93379BCF7A51}" dt="2026-10-12T08:14:22.403" v="1452"/>
          <ac:spMkLst>
            <pc:docMk/>
            <pc:sldMk cId="3930536894" sldId="303"/>
            <ac:spMk id="5" creationId="{8DF67990-9640-0163-71A3-5D8AE65131EE}"/>
          </ac:spMkLst>
        </pc:spChg>
        <pc:spChg chg="add mod">
          <ac:chgData name="Alba Refoyo Martínez" userId="40dfc253-5459-4055-88be-2c48984cd880" providerId="ADAL" clId="{A180C871-938B-50C5-97BB-93379BCF7A51}" dt="2026-10-12T08:16:14.315" v="1456" actId="13926"/>
          <ac:spMkLst>
            <pc:docMk/>
            <pc:sldMk cId="3930536894" sldId="303"/>
            <ac:spMk id="6" creationId="{21BD5596-BC89-0272-6DDA-FBD560688C64}"/>
          </ac:spMkLst>
        </pc:spChg>
        <pc:spChg chg="add mod">
          <ac:chgData name="Alba Refoyo Martínez" userId="40dfc253-5459-4055-88be-2c48984cd880" providerId="ADAL" clId="{A180C871-938B-50C5-97BB-93379BCF7A51}" dt="2026-10-12T08:18:31.097" v="1503" actId="1036"/>
          <ac:spMkLst>
            <pc:docMk/>
            <pc:sldMk cId="3930536894" sldId="303"/>
            <ac:spMk id="7" creationId="{4A8F84A5-34E3-0EDC-C2AB-F37941C366A3}"/>
          </ac:spMkLst>
        </pc:spChg>
      </pc:sldChg>
      <pc:sldChg chg="addSp modSp new mod modAnim modNotesTx">
        <pc:chgData name="Alba Refoyo Martínez" userId="40dfc253-5459-4055-88be-2c48984cd880" providerId="ADAL" clId="{A180C871-938B-50C5-97BB-93379BCF7A51}" dt="2026-10-19T07:16:28.614" v="10657" actId="20577"/>
        <pc:sldMkLst>
          <pc:docMk/>
          <pc:sldMk cId="4162570476" sldId="304"/>
        </pc:sldMkLst>
        <pc:spChg chg="add mod">
          <ac:chgData name="Alba Refoyo Martínez" userId="40dfc253-5459-4055-88be-2c48984cd880" providerId="ADAL" clId="{A180C871-938B-50C5-97BB-93379BCF7A51}" dt="2026-10-12T08:42:49.688" v="1940" actId="27636"/>
          <ac:spMkLst>
            <pc:docMk/>
            <pc:sldMk cId="4162570476" sldId="304"/>
            <ac:spMk id="2" creationId="{F47F42AB-9D1B-CC76-0E51-BC9DDD107B66}"/>
          </ac:spMkLst>
        </pc:spChg>
        <pc:spChg chg="add mod">
          <ac:chgData name="Alba Refoyo Martínez" userId="40dfc253-5459-4055-88be-2c48984cd880" providerId="ADAL" clId="{A180C871-938B-50C5-97BB-93379BCF7A51}" dt="2026-10-19T07:13:14.718" v="10553" actId="14100"/>
          <ac:spMkLst>
            <pc:docMk/>
            <pc:sldMk cId="4162570476" sldId="304"/>
            <ac:spMk id="3" creationId="{0CAE2042-6716-315D-3F51-9705D044C027}"/>
          </ac:spMkLst>
        </pc:spChg>
        <pc:spChg chg="add mod">
          <ac:chgData name="Alba Refoyo Martínez" userId="40dfc253-5459-4055-88be-2c48984cd880" providerId="ADAL" clId="{A180C871-938B-50C5-97BB-93379BCF7A51}" dt="2026-10-19T07:16:28.614" v="10657" actId="20577"/>
          <ac:spMkLst>
            <pc:docMk/>
            <pc:sldMk cId="4162570476" sldId="304"/>
            <ac:spMk id="4" creationId="{42C1DDB6-9BCB-84A5-9C29-C240A778E665}"/>
          </ac:spMkLst>
        </pc:spChg>
        <pc:spChg chg="add mod">
          <ac:chgData name="Alba Refoyo Martínez" userId="40dfc253-5459-4055-88be-2c48984cd880" providerId="ADAL" clId="{A180C871-938B-50C5-97BB-93379BCF7A51}" dt="2026-10-19T07:13:22.071" v="10581" actId="1035"/>
          <ac:spMkLst>
            <pc:docMk/>
            <pc:sldMk cId="4162570476" sldId="304"/>
            <ac:spMk id="5" creationId="{4B1EFF22-C698-846E-38B9-0D12427C3F12}"/>
          </ac:spMkLst>
        </pc:spChg>
        <pc:spChg chg="add mod">
          <ac:chgData name="Alba Refoyo Martínez" userId="40dfc253-5459-4055-88be-2c48984cd880" providerId="ADAL" clId="{A180C871-938B-50C5-97BB-93379BCF7A51}" dt="2026-10-19T07:13:12.144" v="10552" actId="14100"/>
          <ac:spMkLst>
            <pc:docMk/>
            <pc:sldMk cId="4162570476" sldId="304"/>
            <ac:spMk id="6" creationId="{33E2972D-4361-501F-264C-416B2A34F999}"/>
          </ac:spMkLst>
        </pc:spChg>
        <pc:spChg chg="add mod">
          <ac:chgData name="Alba Refoyo Martínez" userId="40dfc253-5459-4055-88be-2c48984cd880" providerId="ADAL" clId="{A180C871-938B-50C5-97BB-93379BCF7A51}" dt="2026-10-12T08:46:46.964" v="2017" actId="404"/>
          <ac:spMkLst>
            <pc:docMk/>
            <pc:sldMk cId="4162570476" sldId="304"/>
            <ac:spMk id="7" creationId="{9A5527C9-18D1-584B-211F-F77773AA256B}"/>
          </ac:spMkLst>
        </pc:spChg>
        <pc:spChg chg="add mod">
          <ac:chgData name="Alba Refoyo Martínez" userId="40dfc253-5459-4055-88be-2c48984cd880" providerId="ADAL" clId="{A180C871-938B-50C5-97BB-93379BCF7A51}" dt="2026-10-18T09:40:00.959" v="9700" actId="1038"/>
          <ac:spMkLst>
            <pc:docMk/>
            <pc:sldMk cId="4162570476" sldId="304"/>
            <ac:spMk id="11" creationId="{6C7E05B9-6D03-DAF0-115B-3AAC3EB49E9B}"/>
          </ac:spMkLst>
        </pc:spChg>
        <pc:picChg chg="add mod modCrop">
          <ac:chgData name="Alba Refoyo Martínez" userId="40dfc253-5459-4055-88be-2c48984cd880" providerId="ADAL" clId="{A180C871-938B-50C5-97BB-93379BCF7A51}" dt="2026-10-12T08:47:13.173" v="2022" actId="1076"/>
          <ac:picMkLst>
            <pc:docMk/>
            <pc:sldMk cId="4162570476" sldId="304"/>
            <ac:picMk id="9" creationId="{975B3D3C-AC66-B061-00B9-81D2554ABEBC}"/>
          </ac:picMkLst>
        </pc:picChg>
        <pc:picChg chg="add mod">
          <ac:chgData name="Alba Refoyo Martínez" userId="40dfc253-5459-4055-88be-2c48984cd880" providerId="ADAL" clId="{A180C871-938B-50C5-97BB-93379BCF7A51}" dt="2026-10-19T07:13:09.077" v="10551" actId="1076"/>
          <ac:picMkLst>
            <pc:docMk/>
            <pc:sldMk cId="4162570476" sldId="304"/>
            <ac:picMk id="10" creationId="{D38CEA81-CCCD-8A65-A389-50A4B1541AF6}"/>
          </ac:picMkLst>
        </pc:picChg>
        <pc:picChg chg="add mod">
          <ac:chgData name="Alba Refoyo Martínez" userId="40dfc253-5459-4055-88be-2c48984cd880" providerId="ADAL" clId="{A180C871-938B-50C5-97BB-93379BCF7A51}" dt="2026-10-19T07:13:28.057" v="10592" actId="1035"/>
          <ac:picMkLst>
            <pc:docMk/>
            <pc:sldMk cId="4162570476" sldId="304"/>
            <ac:picMk id="12" creationId="{0050DEAD-F9C8-953E-6E7E-6B5016CA0C5D}"/>
          </ac:picMkLst>
        </pc:picChg>
        <pc:picChg chg="add mod">
          <ac:chgData name="Alba Refoyo Martínez" userId="40dfc253-5459-4055-88be-2c48984cd880" providerId="ADAL" clId="{A180C871-938B-50C5-97BB-93379BCF7A51}" dt="2026-10-19T07:13:30.237" v="10596" actId="1035"/>
          <ac:picMkLst>
            <pc:docMk/>
            <pc:sldMk cId="4162570476" sldId="304"/>
            <ac:picMk id="14" creationId="{2E8A23CE-1EF6-FF0B-885A-2E193073B209}"/>
          </ac:picMkLst>
        </pc:picChg>
      </pc:sldChg>
      <pc:sldChg chg="add modNotesTx">
        <pc:chgData name="Alba Refoyo Martínez" userId="40dfc253-5459-4055-88be-2c48984cd880" providerId="ADAL" clId="{A180C871-938B-50C5-97BB-93379BCF7A51}" dt="2026-10-16T07:02:44.324" v="2854" actId="20577"/>
        <pc:sldMkLst>
          <pc:docMk/>
          <pc:sldMk cId="0" sldId="306"/>
        </pc:sldMkLst>
      </pc:sldChg>
      <pc:sldChg chg="addSp modSp new mod ord modShow">
        <pc:chgData name="Alba Refoyo Martínez" userId="40dfc253-5459-4055-88be-2c48984cd880" providerId="ADAL" clId="{A180C871-938B-50C5-97BB-93379BCF7A51}" dt="2026-10-19T09:13:18.999" v="10848" actId="729"/>
        <pc:sldMkLst>
          <pc:docMk/>
          <pc:sldMk cId="2501252131" sldId="307"/>
        </pc:sldMkLst>
        <pc:picChg chg="add mod">
          <ac:chgData name="Alba Refoyo Martínez" userId="40dfc253-5459-4055-88be-2c48984cd880" providerId="ADAL" clId="{A180C871-938B-50C5-97BB-93379BCF7A51}" dt="2026-10-16T12:05:57.320" v="5324" actId="1035"/>
          <ac:picMkLst>
            <pc:docMk/>
            <pc:sldMk cId="2501252131" sldId="307"/>
            <ac:picMk id="3" creationId="{3069EF47-B7E8-EA8C-7B40-B435E6D513F1}"/>
          </ac:picMkLst>
        </pc:picChg>
        <pc:picChg chg="add mod">
          <ac:chgData name="Alba Refoyo Martínez" userId="40dfc253-5459-4055-88be-2c48984cd880" providerId="ADAL" clId="{A180C871-938B-50C5-97BB-93379BCF7A51}" dt="2026-10-16T12:05:57.320" v="5324" actId="1035"/>
          <ac:picMkLst>
            <pc:docMk/>
            <pc:sldMk cId="2501252131" sldId="307"/>
            <ac:picMk id="4" creationId="{27FD8BCD-F83D-EB86-20B9-50756B341612}"/>
          </ac:picMkLst>
        </pc:picChg>
        <pc:picChg chg="add mod">
          <ac:chgData name="Alba Refoyo Martínez" userId="40dfc253-5459-4055-88be-2c48984cd880" providerId="ADAL" clId="{A180C871-938B-50C5-97BB-93379BCF7A51}" dt="2026-10-16T12:05:57.320" v="5324" actId="1035"/>
          <ac:picMkLst>
            <pc:docMk/>
            <pc:sldMk cId="2501252131" sldId="307"/>
            <ac:picMk id="5" creationId="{09612769-F294-770B-EDB1-50DAE96542D2}"/>
          </ac:picMkLst>
        </pc:picChg>
        <pc:picChg chg="add mod">
          <ac:chgData name="Alba Refoyo Martínez" userId="40dfc253-5459-4055-88be-2c48984cd880" providerId="ADAL" clId="{A180C871-938B-50C5-97BB-93379BCF7A51}" dt="2026-10-16T12:05:57.320" v="5324" actId="1035"/>
          <ac:picMkLst>
            <pc:docMk/>
            <pc:sldMk cId="2501252131" sldId="307"/>
            <ac:picMk id="6" creationId="{F14139B9-E1DA-7D75-25DC-32F8B313CC8E}"/>
          </ac:picMkLst>
        </pc:picChg>
      </pc:sldChg>
      <pc:sldChg chg="modSp add mod setBg modNotesTx">
        <pc:chgData name="Alba Refoyo Martínez" userId="40dfc253-5459-4055-88be-2c48984cd880" providerId="ADAL" clId="{A180C871-938B-50C5-97BB-93379BCF7A51}" dt="2026-10-19T08:55:12.963" v="10846" actId="1036"/>
        <pc:sldMkLst>
          <pc:docMk/>
          <pc:sldMk cId="2934685373" sldId="308"/>
        </pc:sldMkLst>
        <pc:spChg chg="mod">
          <ac:chgData name="Alba Refoyo Martínez" userId="40dfc253-5459-4055-88be-2c48984cd880" providerId="ADAL" clId="{A180C871-938B-50C5-97BB-93379BCF7A51}" dt="2026-10-19T08:55:04.591" v="10829" actId="1036"/>
          <ac:spMkLst>
            <pc:docMk/>
            <pc:sldMk cId="2934685373" sldId="308"/>
            <ac:spMk id="16" creationId="{78FA5A71-AB5A-98A1-466B-B848543B7E88}"/>
          </ac:spMkLst>
        </pc:spChg>
        <pc:spChg chg="mod">
          <ac:chgData name="Alba Refoyo Martínez" userId="40dfc253-5459-4055-88be-2c48984cd880" providerId="ADAL" clId="{A180C871-938B-50C5-97BB-93379BCF7A51}" dt="2026-10-19T08:55:04.591" v="10829" actId="1036"/>
          <ac:spMkLst>
            <pc:docMk/>
            <pc:sldMk cId="2934685373" sldId="308"/>
            <ac:spMk id="17" creationId="{08E4E1C6-E700-CE28-E03F-9C39138E1C05}"/>
          </ac:spMkLst>
        </pc:spChg>
        <pc:spChg chg="mod">
          <ac:chgData name="Alba Refoyo Martínez" userId="40dfc253-5459-4055-88be-2c48984cd880" providerId="ADAL" clId="{A180C871-938B-50C5-97BB-93379BCF7A51}" dt="2026-10-19T08:55:12.963" v="10846" actId="1036"/>
          <ac:spMkLst>
            <pc:docMk/>
            <pc:sldMk cId="2934685373" sldId="308"/>
            <ac:spMk id="19" creationId="{C3E80F06-99B4-F23A-7621-B1720F817FF3}"/>
          </ac:spMkLst>
        </pc:spChg>
        <pc:spChg chg="mod">
          <ac:chgData name="Alba Refoyo Martínez" userId="40dfc253-5459-4055-88be-2c48984cd880" providerId="ADAL" clId="{A180C871-938B-50C5-97BB-93379BCF7A51}" dt="2026-10-19T08:55:12.963" v="10846" actId="1036"/>
          <ac:spMkLst>
            <pc:docMk/>
            <pc:sldMk cId="2934685373" sldId="308"/>
            <ac:spMk id="20" creationId="{C978FC9F-D546-1469-AAF6-67425B110041}"/>
          </ac:spMkLst>
        </pc:spChg>
        <pc:spChg chg="mod">
          <ac:chgData name="Alba Refoyo Martínez" userId="40dfc253-5459-4055-88be-2c48984cd880" providerId="ADAL" clId="{A180C871-938B-50C5-97BB-93379BCF7A51}" dt="2026-10-19T08:55:04.591" v="10829" actId="1036"/>
          <ac:spMkLst>
            <pc:docMk/>
            <pc:sldMk cId="2934685373" sldId="308"/>
            <ac:spMk id="33" creationId="{FFCCACED-6724-1FC6-A62F-B44017CD80A0}"/>
          </ac:spMkLst>
        </pc:spChg>
        <pc:spChg chg="mod">
          <ac:chgData name="Alba Refoyo Martínez" userId="40dfc253-5459-4055-88be-2c48984cd880" providerId="ADAL" clId="{A180C871-938B-50C5-97BB-93379BCF7A51}" dt="2026-10-19T08:55:04.591" v="10829" actId="1036"/>
          <ac:spMkLst>
            <pc:docMk/>
            <pc:sldMk cId="2934685373" sldId="308"/>
            <ac:spMk id="34" creationId="{29155C91-ADD2-2385-2BDD-6A3956BF7CD6}"/>
          </ac:spMkLst>
        </pc:spChg>
        <pc:spChg chg="mod">
          <ac:chgData name="Alba Refoyo Martínez" userId="40dfc253-5459-4055-88be-2c48984cd880" providerId="ADAL" clId="{A180C871-938B-50C5-97BB-93379BCF7A51}" dt="2026-10-19T08:55:12.963" v="10846" actId="1036"/>
          <ac:spMkLst>
            <pc:docMk/>
            <pc:sldMk cId="2934685373" sldId="308"/>
            <ac:spMk id="36" creationId="{CC74E2B9-766D-C305-A7A8-54CDE493C53A}"/>
          </ac:spMkLst>
        </pc:spChg>
        <pc:spChg chg="mod">
          <ac:chgData name="Alba Refoyo Martínez" userId="40dfc253-5459-4055-88be-2c48984cd880" providerId="ADAL" clId="{A180C871-938B-50C5-97BB-93379BCF7A51}" dt="2026-10-19T08:55:12.963" v="10846" actId="1036"/>
          <ac:spMkLst>
            <pc:docMk/>
            <pc:sldMk cId="2934685373" sldId="308"/>
            <ac:spMk id="37" creationId="{6E053FD1-9B90-2491-5F12-4AC9F95DBCFE}"/>
          </ac:spMkLst>
        </pc:spChg>
        <pc:spChg chg="mod">
          <ac:chgData name="Alba Refoyo Martínez" userId="40dfc253-5459-4055-88be-2c48984cd880" providerId="ADAL" clId="{A180C871-938B-50C5-97BB-93379BCF7A51}" dt="2026-10-19T08:54:36.815" v="10753" actId="1036"/>
          <ac:spMkLst>
            <pc:docMk/>
            <pc:sldMk cId="2934685373" sldId="308"/>
            <ac:spMk id="46" creationId="{F1D789A1-2806-A4FE-2798-620FE758F586}"/>
          </ac:spMkLst>
        </pc:spChg>
        <pc:spChg chg="mod">
          <ac:chgData name="Alba Refoyo Martínez" userId="40dfc253-5459-4055-88be-2c48984cd880" providerId="ADAL" clId="{A180C871-938B-50C5-97BB-93379BCF7A51}" dt="2026-10-19T08:55:04.591" v="10829" actId="1036"/>
          <ac:spMkLst>
            <pc:docMk/>
            <pc:sldMk cId="2934685373" sldId="308"/>
            <ac:spMk id="50" creationId="{9C669724-CD31-3B6A-9590-DB18E96BA835}"/>
          </ac:spMkLst>
        </pc:spChg>
        <pc:spChg chg="mod">
          <ac:chgData name="Alba Refoyo Martínez" userId="40dfc253-5459-4055-88be-2c48984cd880" providerId="ADAL" clId="{A180C871-938B-50C5-97BB-93379BCF7A51}" dt="2026-10-19T08:55:04.591" v="10829" actId="1036"/>
          <ac:spMkLst>
            <pc:docMk/>
            <pc:sldMk cId="2934685373" sldId="308"/>
            <ac:spMk id="51" creationId="{7F24CD51-BA9C-4A08-80F6-86BF1F74FBCE}"/>
          </ac:spMkLst>
        </pc:spChg>
        <pc:spChg chg="mod">
          <ac:chgData name="Alba Refoyo Martínez" userId="40dfc253-5459-4055-88be-2c48984cd880" providerId="ADAL" clId="{A180C871-938B-50C5-97BB-93379BCF7A51}" dt="2026-10-19T08:55:12.963" v="10846" actId="1036"/>
          <ac:spMkLst>
            <pc:docMk/>
            <pc:sldMk cId="2934685373" sldId="308"/>
            <ac:spMk id="53" creationId="{DA2E1CC4-45ED-9987-14CD-79C8BD746D27}"/>
          </ac:spMkLst>
        </pc:spChg>
        <pc:spChg chg="mod">
          <ac:chgData name="Alba Refoyo Martínez" userId="40dfc253-5459-4055-88be-2c48984cd880" providerId="ADAL" clId="{A180C871-938B-50C5-97BB-93379BCF7A51}" dt="2026-10-19T08:55:12.963" v="10846" actId="1036"/>
          <ac:spMkLst>
            <pc:docMk/>
            <pc:sldMk cId="2934685373" sldId="308"/>
            <ac:spMk id="54" creationId="{BC22161B-02CC-B4FC-4025-F4D10D7D019E}"/>
          </ac:spMkLst>
        </pc:spChg>
      </pc:sldChg>
      <pc:sldChg chg="addSp delSp modSp new mod modNotesTx">
        <pc:chgData name="Alba Refoyo Martínez" userId="40dfc253-5459-4055-88be-2c48984cd880" providerId="ADAL" clId="{A180C871-938B-50C5-97BB-93379BCF7A51}" dt="2026-10-18T09:40:43.424" v="9711" actId="20577"/>
        <pc:sldMkLst>
          <pc:docMk/>
          <pc:sldMk cId="4007621029" sldId="309"/>
        </pc:sldMkLst>
        <pc:spChg chg="add del mod">
          <ac:chgData name="Alba Refoyo Martínez" userId="40dfc253-5459-4055-88be-2c48984cd880" providerId="ADAL" clId="{A180C871-938B-50C5-97BB-93379BCF7A51}" dt="2026-10-18T09:36:12.950" v="9615" actId="478"/>
          <ac:spMkLst>
            <pc:docMk/>
            <pc:sldMk cId="4007621029" sldId="309"/>
            <ac:spMk id="4" creationId="{F1747DC3-E078-DE96-6365-7DB0C153C20A}"/>
          </ac:spMkLst>
        </pc:spChg>
        <pc:spChg chg="add mod">
          <ac:chgData name="Alba Refoyo Martínez" userId="40dfc253-5459-4055-88be-2c48984cd880" providerId="ADAL" clId="{A180C871-938B-50C5-97BB-93379BCF7A51}" dt="2026-10-18T09:36:10.292" v="9614" actId="27636"/>
          <ac:spMkLst>
            <pc:docMk/>
            <pc:sldMk cId="4007621029" sldId="309"/>
            <ac:spMk id="5" creationId="{7BB932F4-5B00-20BE-3213-B931E0C39ED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950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Alba and for the next 40-45 min I’m going to talk about hallucinations. We are not talking about where the model runs or how, but about what comes out of it and how much you can trust it. This is not a session about AI being bad, and it is not a scare talk. It is about knowing precisely where and when the models are most likely to fail, so that you knows why it fails and how to mitigate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has been a hot topic already for some years, in fact, Cambridge Dictionary named 'hallucinate' its Word of the Year for 2023, not a new word, but a word that had acquired a new meaning associated to AI.  </a:t>
            </a:r>
          </a:p>
          <a:p>
            <a:r>
              <a:rPr lang="en-US" dirty="0"/>
              <a:t>-----</a:t>
            </a:r>
          </a:p>
          <a:p>
            <a:r>
              <a:rPr lang="en-US" dirty="0"/>
              <a:t>
Dictionary.com picked the same word that year. Collins picked 'AI'. Merriam-Webster picked 'authentic', explicitly because AI had made authenticity a live question.
The quote is Yejin Choi, from her TED2023 talk. Computational linguist, MacArthur Fellow. Her argument is the one this session makes: benchmark-topping performance sits next to failure on trivial reasoning.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divided the presentation into 4 sections that build on each other. First, what a hallucination is and why the mechanism produces it; the limitations; different mitigations strategies and finally we will discuss some critical evaluation and concrete habits that we can implement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section: what a hallucination is and why the mechanism produces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 </a:t>
            </a:r>
            <a:r>
              <a:rPr lang="en-US" dirty="0" err="1"/>
              <a:t>pausible</a:t>
            </a:r>
            <a:r>
              <a:rPr lang="en-US" dirty="0"/>
              <a:t>-sounding but factually incorrect generation by an LLM. The output is fluent, grammatically correct, often internally consistent across an entire paragraph, and it will sounds confident. It can carry structure — sources, numbers, names — that make it look like it was checked.</a:t>
            </a:r>
          </a:p>
          <a:p>
            <a:r>
              <a:rPr lang="en-US" dirty="0"/>
              <a:t>A hallucination is not a bug or a defect in the model that needs to be patched but a property that needs to be address or considered. </a:t>
            </a:r>
          </a:p>
          <a:p>
            <a:r>
              <a:rPr lang="en-US" dirty="0"/>
              <a:t>In my opinion, the problem is not that the model hallucinates but that people tend to trust them and use them in really high-stakes scenarios and we will talk about some examples, but research would be one of them. </a:t>
            </a:r>
          </a:p>
          <a:p>
            <a:r>
              <a:rPr lang="en-US" dirty="0"/>
              <a:t>
------
The most important idea is that hallucination is not a bug that got left in. It is a property of the objective.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some text generated in response to “</a:t>
            </a:r>
            <a:r>
              <a:rPr lang="en-US" dirty="0" err="1"/>
              <a:t>summarise</a:t>
            </a:r>
            <a:r>
              <a:rPr lang="en-US" dirty="0"/>
              <a:t> what is known about metformin”. There are 3 wrong claims. Can anyone easily spot them? I could give you 1min or more but I doubt you will find them. And why is that? Nothing in the prose…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the LMM doesn’t know, it makes stuff. Here I have highlighted the three planted problems: a citation doesn’t exit, the reported numbers are wrong and the variant is actually in another chromosome. The hallucination doesn’t look like noise…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next slides are about replacing "does this look right" but how do we </a:t>
            </a:r>
            <a:r>
              <a:rPr lang="en-US" dirty="0" err="1"/>
              <a:t>catche</a:t>
            </a:r>
            <a:r>
              <a:rPr lang="en-US" dirty="0"/>
              <a:t> the failure. </a:t>
            </a:r>
          </a:p>
          <a:p>
            <a:endParaRPr lang="en-US" dirty="0"/>
          </a:p>
          <a:p>
            <a:r>
              <a:rPr lang="en-US" dirty="0"/>
              <a:t>------</a:t>
            </a:r>
          </a:p>
          <a:p>
            <a:r>
              <a:rPr lang="en-US" dirty="0"/>
              <a:t>(1) TCF7L2 is on chromosome 10q25, not 11 — a single wrong token inside an otherwise correct sentence, and nothing in the writing signals it; (2) the Karlsson 2019 Lancet citation is invented, and note how the volume and page range make it feel checked; (3) '34.7% over 4.2 years' is unusual specificity with no source — the strongest tell, because precision is cheap to generate.
The AMPK mechanism and the eGFR 30 threshold are broadly right, which is the point: correct and fabricated content is interleaved at the sentence level. Ask which one they would have caught while skimming.</a:t>
            </a:r>
          </a:p>
          <a:p>
            <a:endParaRPr lang="en-GB" dirty="0"/>
          </a:p>
        </p:txBody>
      </p:sp>
    </p:spTree>
    <p:extLst>
      <p:ext uri="{BB962C8B-B14F-4D97-AF65-F5344CB8AC3E}">
        <p14:creationId xmlns:p14="http://schemas.microsoft.com/office/powerpoint/2010/main" val="3195704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kinds of wrong, and this determines what you can do about it. 
Faithfulness: the output contradicts the source you supplied. You pasted a paper and the summary says the opposite. You can always check this, because the ground truth is on your screen.
Factuality: the output contradicts the world, and there was no source. The invented citation in the previous slide is this kind. Checking means going out to PubMed.
Why it matters what kind of wrong it is: re-reading the answer catches the first kind and never the second. Most of what damages a manuscript is the second kind.</a:t>
            </a:r>
          </a:p>
          <a:p>
            <a:endParaRPr lang="en-US" dirty="0"/>
          </a:p>
          <a:p>
            <a:r>
              <a:rPr lang="en-US" dirty="0"/>
              <a:t>---</a:t>
            </a:r>
          </a:p>
          <a:p>
            <a:r>
              <a:rPr lang="en-US" dirty="0"/>
              <a:t>I have called it faithfully or intrinsic because in the literature is referenced in both ways. Maynez et al. (ACL 2020) call it intrinsic vs extrinsic; the Huang et al. survey calls it faithfulness vs </a:t>
            </a:r>
            <a:r>
              <a:rPr lang="en-US" dirty="0" err="1"/>
              <a:t>factuality.The</a:t>
            </a:r>
            <a:r>
              <a:rPr lang="en-US" dirty="0"/>
              <a:t> concepts overlap rather than match.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asks an LLM for a random number between 0 and 100 and shouts out what you got.</a:t>
            </a:r>
          </a:p>
          <a:p>
            <a:endParaRPr lang="en-US" dirty="0"/>
          </a:p>
          <a:p>
            <a:r>
              <a:rPr lang="en-US" dirty="0"/>
              <a:t>I asked Claude for a random number and I got 42. How many of you got a 42, 47 or 73? Answers cluster hard — 42, 47 and 73 are the classic attractors — because 'random' here means 'the number that most often followed this phrasing in the training text’. The model is not sampling from a uniform distribution and that is also why raising the temperature widens the spread but does not flatten it. It is reproducing a frequency, recalling a pattern, this is the same mechanism that generated the fabricated citation, just with a harmless output. </a:t>
            </a:r>
          </a:p>
          <a:p>
            <a:endParaRPr lang="en-US" dirty="0"/>
          </a:p>
          <a:p>
            <a:r>
              <a:rPr lang="en-US" dirty="0"/>
              <a:t>
-----</a:t>
            </a:r>
          </a:p>
          <a:p>
            <a:r>
              <a:rPr lang="en-US" dirty="0"/>
              <a:t>It sets up the next two slides. Harmless output and pattern (sampling distribution)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sampling the next token from a learned probability distribution over its entire vocabulary, conditioned on everything before it and that truth is not a term in that objective. AI systems like claude or chatgpt learn by reading huge amounts of text from the internet- They get really good at figuring out what words or ideas typically come next, like how your phone suggest the next word when you type. And this works well most of the time.</a:t>
            </a:r>
            <a:r>
              <a:rPr lang="en-US" sz="1200" dirty="0">
                <a:solidFill>
                  <a:srgbClr val="123A4C"/>
                </a:solidFill>
                <a:latin typeface="Arial" pitchFamily="34" charset="0"/>
                <a:ea typeface="Arial" pitchFamily="34" charset="-122"/>
                <a:cs typeface="Arial" pitchFamily="34" charset="-120"/>
              </a:rPr>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said the model is sampling the next token from a learned probability distribution, what does this mean in practice? </a:t>
            </a:r>
          </a:p>
          <a:p>
            <a:r>
              <a:rPr lang="en-US" dirty="0"/>
              <a:t>Two examples, on the left side, we ask the model which is the capital of Spain, Madrid wins because the training distribution (very sharp) makes it win, not because the model checked. This is a frequent and well-attested fact and the training corpus contains the fact in this phrasing probably thousands of times. That's not the model knowing a fact in any human sense.</a:t>
            </a:r>
          </a:p>
          <a:p>
            <a:r>
              <a:rPr lang="en-US" dirty="0"/>
              <a:t>
Now take a specific citation — an author, a journal, a volume, a page range for a real but obscure paper. The model has seen the shape of a citation thousands of times, so it has learned the format perfectly. But it has not seen this particular citation enough times, if at all, to have a sharp distribution like the other example. The distribution is flat, and the model samples from it just as fluently and just as confidently as it did for Madrid. Same mechanism, same confidence, completely different reliability.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a:t>
            </a:r>
          </a:p>
          <a:p>
            <a:r>
              <a:rPr lang="en-DK" dirty="0"/>
              <a:t>When we train the model to reduce its loss, it is rewarded for matching the text it was trained on, not for being correct.</a:t>
            </a:r>
          </a:p>
          <a:p>
            <a:r>
              <a:rPr lang="en-US" dirty="0"/>
              <a:t>The bars are illustrative, not measured. That's not the model knowing a fact in any human sense, it's the training data having flattened onto a near-certainty.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like when you ask your friend that knows a lot of history for some fact, they want to seem the expert they say something confidently wrong instead of admitting they don’t know.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you catch it because it contradicted something you already knew, because a citation didn't resolve, because a colleague flagged it, because you got a different answer on a rerun?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r>
              <a:rPr lang="en-US" dirty="0"/>
              <a:t>I want to share the main claims from this paper from Kalai et al. that talk about what we can do about it.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23A4C"/>
                </a:solidFill>
                <a:latin typeface="Arial" pitchFamily="34" charset="0"/>
                <a:ea typeface="Arial" pitchFamily="34" charset="-122"/>
                <a:cs typeface="Arial" pitchFamily="34" charset="-120"/>
              </a:rPr>
              <a:t>Generation is </a:t>
            </a:r>
            <a:r>
              <a:rPr lang="en-US" sz="1200" b="1" i="1" dirty="0">
                <a:solidFill>
                  <a:srgbClr val="123A4C"/>
                </a:solidFill>
                <a:latin typeface="Arial" pitchFamily="34" charset="0"/>
                <a:ea typeface="Arial" pitchFamily="34" charset="-122"/>
                <a:cs typeface="Arial" pitchFamily="34" charset="-120"/>
              </a:rPr>
              <a:t>harder (statistically) </a:t>
            </a:r>
            <a:r>
              <a:rPr lang="en-US" sz="1200" b="1" dirty="0">
                <a:solidFill>
                  <a:srgbClr val="123A4C"/>
                </a:solidFill>
                <a:latin typeface="Arial" pitchFamily="34" charset="0"/>
                <a:ea typeface="Arial" pitchFamily="34" charset="-122"/>
                <a:cs typeface="Arial" pitchFamily="34" charset="-120"/>
              </a:rPr>
              <a:t>than classification</a:t>
            </a:r>
            <a:r>
              <a:rPr lang="en-US" sz="1200" dirty="0">
                <a:solidFill>
                  <a:srgbClr val="123A4C"/>
                </a:solidFill>
                <a:latin typeface="Arial" pitchFamily="34" charset="0"/>
                <a:ea typeface="Arial" pitchFamily="34" charset="-122"/>
                <a:cs typeface="Arial" pitchFamily="34" charset="-120"/>
              </a:rPr>
              <a:t>: a model can judge a statement false yet still generate it. Pretraining on next-token prediction guarantees some baseline error rate no matter how good the data or architecture gets. It’s hard to avoid. </a:t>
            </a:r>
            <a:endParaRPr lang="en-US" sz="800" dirty="0"/>
          </a:p>
          <a:p>
            <a:r>
              <a:rPr lang="en-US" dirty="0"/>
              <a:t>
The second claim is the actionable one, and they say is a grading problem, not a modeling problem: The I don’t know cannot score the same as a wrong answer. That's why they proposed a socio-technical fix rather than architectural -- change how benchmarks score abstention, reward calibrated uncertainty, and the incentive to bluff goes away. Nobody has done this at scale yet.</a:t>
            </a:r>
          </a:p>
          <a:p>
            <a:endParaRPr lang="en-US" dirty="0"/>
          </a:p>
          <a:p>
            <a:r>
              <a:rPr lang="en-US" dirty="0"/>
              <a:t>-----</a:t>
            </a:r>
          </a:p>
          <a:p>
            <a:r>
              <a:rPr lang="en-US" dirty="0"/>
              <a:t>Kalai, Nachum, Vempala and Zhang, OpenAI, Sept 2025. Two claims. The first is statistical and largely unavoidable. </a:t>
            </a:r>
          </a:p>
          <a:p>
            <a:r>
              <a:rPr lang="en-US" dirty="0"/>
              <a:t>Pretraining on cross-entropy makes some error rate unavoidable. The paper shows generation is provably harder (statistically) than classification — a model can correctly judge a candidate statement as false in a multiple-choice setting far more reliably than it can generate a correct statement from scratch, so pretraining on next-token prediction guarantees some baseline error rate no matter how good the data or architecture gets. </a:t>
            </a:r>
          </a:p>
          <a:p>
            <a:r>
              <a:rPr lang="en-US" dirty="0"/>
              <a:t>Second claim: We didn't accidentally leave overconfidence in the model; the training and evaluation pipeline selects for it. I just showed almost every benchmark used to evaluate and fine-tune these models scoring a wrong answer as 0 and an honest "I don't know" as also 0.
</a:t>
            </a:r>
            <a:endParaRPr lang="en-GB" dirty="0"/>
          </a:p>
        </p:txBody>
      </p:sp>
    </p:spTree>
    <p:extLst>
      <p:ext uri="{BB962C8B-B14F-4D97-AF65-F5344CB8AC3E}">
        <p14:creationId xmlns:p14="http://schemas.microsoft.com/office/powerpoint/2010/main" val="2344091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the models hallucinate is really falling: on grounded-summarization benchmark, best-in-class hallucination rates fell from roughly 22% in 2021 to under 1% by 2025. That is a genuine engineering achievement. 
But this numbers are about grounded summarization. Ground truth is in the prompt. This means that the model is handed a short news article and asked to </a:t>
            </a:r>
            <a:r>
              <a:rPr lang="en-US" dirty="0" err="1"/>
              <a:t>summarise</a:t>
            </a:r>
            <a:r>
              <a:rPr lang="en-US" dirty="0"/>
              <a:t> it faithfully. 
The reality is that open-domain factual tests, the same generation of models sits between 16% and over 30%.</a:t>
            </a:r>
          </a:p>
          <a:p>
            <a:endParaRPr lang="en-US" dirty="0"/>
          </a:p>
          <a:p>
            <a:r>
              <a:rPr lang="en-US" dirty="0"/>
              <a:t>---</a:t>
            </a:r>
          </a:p>
          <a:p>
            <a:r>
              <a:rPr lang="en-US" dirty="0"/>
              <a:t>The counterweight — and it has to come with its caveat, or it is misleading. </a:t>
            </a:r>
            <a:r>
              <a:rPr lang="en-US" dirty="0" err="1"/>
              <a:t>Vectara</a:t>
            </a:r>
            <a:r>
              <a:rPr lang="en-US" dirty="0"/>
              <a:t> froze that dataset in October 2025 precisely because it had become too easy, and replaced it with longer documents spanning law, medicine and finance. Open-domain recall: OpenAI's own system card put o3 at 33% on </a:t>
            </a:r>
            <a:r>
              <a:rPr lang="en-US" dirty="0" err="1"/>
              <a:t>PersonQA</a:t>
            </a:r>
            <a:r>
              <a:rPr lang="en-US" dirty="0"/>
              <a:t> against o1 at 16%.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r>
              <a:rPr lang="en-US" dirty="0"/>
              <a:t>People are now working on making the models more honest. The main idea is to measure how often these models say I don't know. 
</a:t>
            </a:r>
            <a:endParaRPr lang="en-GB" dirty="0"/>
          </a:p>
        </p:txBody>
      </p:sp>
    </p:spTree>
    <p:extLst>
      <p:ext uri="{BB962C8B-B14F-4D97-AF65-F5344CB8AC3E}">
        <p14:creationId xmlns:p14="http://schemas.microsoft.com/office/powerpoint/2010/main" val="21641062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Omniscience index measures. which is plus one for correct, minus one for a wrong guess, zero for an abstention. A model that says “I don’t know” scores better than one that guessed wrong. </a:t>
            </a:r>
          </a:p>
          <a:p>
            <a:endParaRPr lang="en-US" dirty="0"/>
          </a:p>
          <a:p>
            <a:r>
              <a:rPr lang="en-US" dirty="0"/>
              <a:t>In their study, they looked at 6000 questions, covering 42 topics in 6 domains including Health and Law. The headline at launch was that all but three models were more likely to hallucinate than answer correctly when they didn’t know the answer. 
---
This is the first benchmark built specifically to separate "doesn't know" from "confidently wrong,”. . A high intelligence score does not predict factual reliability. Some strong generalists rank poorly here. High intelligence scores (the kind that tops leaderboards for reasoning and coding) do not predict factual reliability.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into the next section, I wanted to talk about another real example, as some reflection about what hallucinations costs in practice. </a:t>
            </a:r>
            <a:r>
              <a:rPr lang="en-DK" dirty="0"/>
              <a:t>This database tracks court decisions in which at least one party during trial, relied on hallucinated legal material. It started in 2025 after some lawyers filed six cases ChatGPT invented. It now holds well over a thousand decisions, and it grows daily (prob the real number is even higher). These are trained professionals with every reason to check, and they still did not. So “I’ll read it carefully” is not a plan. </a:t>
            </a:r>
          </a:p>
          <a:p>
            <a:endParaRPr lang="en-US" dirty="0"/>
          </a:p>
          <a:p>
            <a:r>
              <a:rPr lang="en-US" dirty="0"/>
              <a:t>-----</a:t>
            </a:r>
          </a:p>
          <a:p>
            <a:r>
              <a:rPr lang="en-US" dirty="0"/>
              <a:t>Started April 2025 after Mata v. Avianca , where two New York lawyers filed six cases ChatGPT invented. It now runs into the thousands and is updated daily. Charlotin's database, started April 2025 after Mata v. Avianca. it has grown from that one incident into a running tally in the thousands, updated daily, of separate court decisions where a party relied on hallucinated legal material — invented citations, misattributed quotes, fabricated authorities. The inclusion bar is strict: only decisions where a court explicitly found or clearly implied reliance on hallucinated material (a lawyer merely alleging it, doesn’t count). It has grown from tens of cases to well over a thousand and is updated daily. Two things to draw out. First, these are professionals with strong incentives to check, and they did not. Second, this is the visible floor: only cases where a judge noticed and wrote it down.
Just remember that at this rate, a “I will read it carefully” is not enough and cannot be your plan. Every hallucinated citation that slipped through unnoticed, in a paper, a grant, a clinical note, doesn't appear anywhere. This is a lower bound on a problem we can't fully see.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a:t>
            </a:r>
          </a:p>
          <a:p>
            <a:r>
              <a:rPr lang="en-US" dirty="0"/>
              <a:t>Distinguish clearly from hallucination: bias is the model being faithful to a skewed training distribution, hallucination is the model being unfaithful to any distribution. Both are training-data problems, both look equally fluent, and neither is fixed by asking the model to be careful.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move from what goes wrong to what cannot be engineered away.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Single run: 11 of 53 correct. Ten runs each: only 5 models correct every time, 15 sometimes, 33 never. Human control group of 10,000 via </a:t>
            </a:r>
            <a:r>
              <a:rPr lang="en-US" dirty="0" err="1"/>
              <a:t>Rapidata</a:t>
            </a:r>
            <a:r>
              <a:rPr lang="en-US" dirty="0"/>
              <a:t> scored 71.5%, beating 48 of the 53 models.
Two lessons. One: the failure is a learned heuristic, short distance equals walk, overriding the actual goal. Two, and this is the one that matters for your work, the middle tier is the dangerous one. A model that is right 7 times out of 10 passes your spot-check and fails in production.</a:t>
            </a:r>
          </a:p>
          <a:p>
            <a:r>
              <a:rPr lang="en-US" dirty="0"/>
              <a:t>
The trap is that "50 metres, very close" triggers the walking heuristic so strongly that it overrides the one step of reasoning needed. 
Opper.ai, 53 models, then runs per model (530 calls). Single run: 11 of 53 correct. Ten runs each: only 5 models get it right every single time, 15 get it right sometimes, 33 never get it right at all. A model that's right 7 times out of 10 is exactly the one that will pass your spot-check during development and then fail unpredictably once it's live, because you tested it two or three times and got lucky.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42900" y="2286000"/>
            <a:ext cx="10972800" cy="6172200"/>
          </a:xfrm>
          <a:prstGeom prst="rect">
            <a:avLst/>
          </a:prstGeom>
          <a:noFill/>
          <a:ln w="12700">
            <a:solidFill>
              <a:prstClr val="black"/>
            </a:solidFill>
          </a:ln>
        </p:spPr>
      </p:sp>
      <p:sp>
        <p:nvSpPr>
          <p:cNvPr id="3" name="Notes Placeholder 2"/>
          <p:cNvSpPr>
            <a:spLocks noGrp="1"/>
          </p:cNvSpPr>
          <p:nvPr>
            <p:ph type="body" idx="1"/>
          </p:nvPr>
        </p:nvSpPr>
        <p:spPr>
          <a:xfrm>
            <a:off x="1028700" y="8801100"/>
            <a:ext cx="8229600" cy="7200900"/>
          </a:xfrm>
          <a:prstGeom prst="rect">
            <a:avLst/>
          </a:prstGeom>
        </p:spPr>
        <p:txBody>
          <a:bodyPr/>
          <a:lstStyle/>
          <a:p>
            <a:r>
              <a:rPr lang="en-US" dirty="0">
                <a:latin typeface="Calibri"/>
                <a:ea typeface="Calibri"/>
                <a:cs typeface="Calibri"/>
              </a:rPr>
              <a:t>Only model actually suggested walking. The rest told me to pls take the car if I wanted to wash it</a:t>
            </a:r>
          </a:p>
        </p:txBody>
      </p:sp>
    </p:spTree>
    <p:extLst>
      <p:ext uri="{BB962C8B-B14F-4D97-AF65-F5344CB8AC3E}">
        <p14:creationId xmlns:p14="http://schemas.microsoft.com/office/powerpoint/2010/main" val="1435172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Diagnosing which one you hit is the actual skill.</a:t>
            </a:r>
          </a:p>
          <a:p>
            <a:endParaRPr lang="en-US" dirty="0"/>
          </a:p>
          <a:p>
            <a:r>
              <a:rPr lang="en-US" dirty="0"/>
              <a:t>---</a:t>
            </a:r>
          </a:p>
          <a:p>
            <a:r>
              <a:rPr lang="en-US" dirty="0"/>
              <a:t>Plan me a weekend, give me a good </a:t>
            </a:r>
            <a:r>
              <a:rPr lang="en-US" dirty="0" err="1"/>
              <a:t>restaunrant</a:t>
            </a:r>
            <a:r>
              <a:rPr lang="en-US" dirty="0"/>
              <a:t> nearby, </a:t>
            </a:r>
            <a:r>
              <a:rPr lang="en-US" dirty="0" err="1"/>
              <a:t>summarise</a:t>
            </a:r>
            <a:r>
              <a:rPr lang="en-US" dirty="0"/>
              <a:t> the paper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that means, Same prompt, same settings, different answer. This is expected </a:t>
            </a:r>
            <a:r>
              <a:rPr lang="en-US" dirty="0" err="1"/>
              <a:t>behaviour</a:t>
            </a:r>
            <a:r>
              <a:rPr lang="en-US" dirty="0"/>
              <a:t>, not a fault. What are the sources of variability?
</a:t>
            </a:r>
          </a:p>
          <a:p>
            <a:r>
              <a:rPr lang="en-US" dirty="0"/>
              <a:t>Sampling and temperature. The model emits a full probability distribution over the next token and a sampler draws from it, so at any temperature above zero the same prompt can produce a different draw each time. This is the one you actually control. </a:t>
            </a:r>
          </a:p>
          <a:p>
            <a:endParaRPr lang="en-US" dirty="0"/>
          </a:p>
          <a:p>
            <a:r>
              <a:rPr lang="en-DK" dirty="0"/>
              <a:t>The other reason why the answer might differ is due to dynamic batching, I am not going to talk about this a lot, I just want you to be aware of this. Even with temperature at zero, you can get a different answer from the same prompt. Servers group your request with other people’s, and the batch changes with the load. When two next words are nearly tied, that tiny difference flips the winner, and the rest of the answer follows a different path.</a:t>
            </a:r>
          </a:p>
          <a:p>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Batch shape is the size and mix of the group of requests. Each score is the result of a huge number of additions and multiplications done on the GPU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Two caveats worth saying out loud. First, nothing leaks between requests — your neighbours' text does not influence your answer, only the arithmetic order changes. Second, this is an engineering problem, not a law of nature: the fix is batch-invariant kernels (Thinking Machines published on exactly this in 2025). But on a shared commercial API today you do not control it, so temperature=0 is still not bit-reproducible.</a:t>
            </a:r>
          </a:p>
          <a:p>
            <a:endParaRPr lang="en-US" dirty="0"/>
          </a:p>
          <a:p>
            <a:r>
              <a:rPr lang="en-DK" sz="1200" b="0" i="0" kern="1200" dirty="0">
                <a:solidFill>
                  <a:schemeClr val="tx1"/>
                </a:solidFill>
                <a:effectLst/>
                <a:latin typeface="+mn-lt"/>
                <a:ea typeface="+mn-ea"/>
                <a:cs typeface="+mn-cs"/>
              </a:rPr>
              <a:t>Floating-point addition is not associative, and on GPU your request gets batched together with other users' requests in a way you don't control; that changes the order operations are summed in, which can flip a near-tied logit from one token to another. The consequence is that even greedy decoding — always pick the single most likely token, no sampling at all — is still not bit-reproducible on shared infrastructure. </a:t>
            </a:r>
            <a:br>
              <a:rPr lang="en-DK" dirty="0"/>
            </a:br>
            <a:r>
              <a:rPr lang="en-DK" sz="1200" b="0" i="0" kern="1200" dirty="0">
                <a:solidFill>
                  <a:schemeClr val="tx1"/>
                </a:solidFill>
                <a:effectLst/>
                <a:latin typeface="+mn-lt"/>
                <a:ea typeface="+mn-ea"/>
                <a:cs typeface="+mn-cs"/>
              </a:rPr>
              <a:t>The name for this is dynamic (or continuous) batching: the server groups whatever requests arrive in the same short window into one batch, and the batch's size and composition change with load. GPU kernels reduce in an order that depends on batch shape, so the same prompt can yield very slightly different logits depending on who else was in your batch. Where two candidate tokens are nearly tied, that tiny difference flips the winner and the whole continuation diverges.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and top-p are the two dials you get on almost every API, and the useful question is not what they mean but what you are trying to get out of the model.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you are trying to get out of the model</a:t>
            </a:r>
            <a:endParaRPr lang="en-DK" dirty="0"/>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DK" b="1" dirty="0"/>
              <a:t>Top-p vs. temperature:</a:t>
            </a:r>
            <a:r>
              <a:rPr lang="en-DK" dirty="0"/>
              <a:t> Temperature reshapes the whole probability distribution (flatter = more random), while top-p cuts off the unlikely tail. Both control randomness, so the usual advice is to adjust one and leave the other at its default.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Top-p: model assigns prob to all next token and sorts them out. Then, </a:t>
            </a:r>
            <a:r>
              <a:rPr lang="en-DK" dirty="0"/>
              <a:t>the model keeps only the smallest set of top tokens whose probabilities add up to at least </a:t>
            </a:r>
            <a:r>
              <a:rPr lang="en-DK" i="1" dirty="0"/>
              <a:t>p</a:t>
            </a:r>
            <a:r>
              <a:rPr lang="en-DK" dirty="0"/>
              <a:t>. It samples from only that subset and ignores the rest. </a:t>
            </a:r>
            <a:r>
              <a:rPr lang="en-DK" b="1" dirty="0"/>
              <a:t>Example:</a:t>
            </a:r>
            <a:r>
              <a:rPr lang="en-DK" dirty="0"/>
              <a:t> If the model’s candidates are “the” (50%), “a” (30%), “this” (12%), “banana” (0.01%) and so on, then with top-p = 0.9 it keeps “the”, “a” and “this” (together 92%) and discards the long tail, including unlikely tokens like “banana”.</a:t>
            </a:r>
            <a:r>
              <a:rPr lang="en-DK" b="1" dirty="0"/>
              <a:t> Low (e.g. 0.1-0.5):</a:t>
            </a:r>
            <a:r>
              <a:rPr lang="en-DK" dirty="0"/>
              <a:t> very few candidates, so output is focused and predictable. H</a:t>
            </a:r>
            <a:r>
              <a:rPr lang="en-GB" dirty="0" err="1"/>
              <a:t>i</a:t>
            </a:r>
            <a:r>
              <a:rPr lang="en-DK" dirty="0"/>
              <a:t>gh no filtering at all.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DK" dirty="0"/>
              <a:t>Even if you set temperature to 1 or top-p0.95, you can have the model do not give you a wrong answer but the model would enter in a loop? The signal is in the latest space, so it can be use butyou would need special training to use this info so that the model says </a:t>
            </a:r>
            <a:r>
              <a:rPr lang="en-GB" dirty="0"/>
              <a:t>I</a:t>
            </a:r>
            <a:r>
              <a:rPr lang="en-DK" dirty="0"/>
              <a:t> don’t know. </a:t>
            </a:r>
            <a:r>
              <a:rPr lang="en-GB" dirty="0"/>
              <a:t>T</a:t>
            </a:r>
            <a:r>
              <a:rPr lang="en-DK" dirty="0"/>
              <a:t>he I don’t know is there in the signals.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AF429-3D5F-BB5B-6150-E2AC32995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F8753-2AAA-62CD-BE48-6E9CB620C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3C9DA-2C1D-5748-0A33-51EE7C761E53}"/>
              </a:ext>
            </a:extLst>
          </p:cNvPr>
          <p:cNvSpPr>
            <a:spLocks noGrp="1"/>
          </p:cNvSpPr>
          <p:nvPr>
            <p:ph type="body" idx="1"/>
          </p:nvPr>
        </p:nvSpPr>
        <p:spPr/>
        <p:txBody>
          <a:bodyPr/>
          <a:lstStyle/>
          <a:p>
            <a:r>
              <a:rPr lang="en-US" dirty="0"/>
              <a:t>
Left: anything where you need the same answer twice. Extraction, code, methods text, structured output. Set it low and the model takes the top token nearly every time.
Middle: the default for prose. Reads naturally, wording moves between runs, content should not.
Right: brainstorming and alternatives, where variety IS the point. Say clearly that this column is where you must never ask for a fact — high temperature is exactly the setting that makes a fabricated citation more likely.</a:t>
            </a:r>
          </a:p>
          <a:p>
            <a:r>
              <a:rPr lang="en-US" dirty="0"/>
              <a:t>
------
Ranges are conventions, not standards; they differ by provider and by model.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DK" dirty="0"/>
          </a:p>
          <a:p>
            <a:endParaRPr lang="en-US" dirty="0"/>
          </a:p>
        </p:txBody>
      </p:sp>
      <p:sp>
        <p:nvSpPr>
          <p:cNvPr id="4" name="Slide Number Placeholder 3">
            <a:extLst>
              <a:ext uri="{FF2B5EF4-FFF2-40B4-BE49-F238E27FC236}">
                <a16:creationId xmlns:a16="http://schemas.microsoft.com/office/drawing/2014/main" id="{427BFA75-3147-E151-AB11-2C05EFD7648C}"/>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9239749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slide</a:t>
            </a:r>
          </a:p>
          <a:p>
            <a:r>
              <a:rPr lang="en-US" dirty="0"/>
              <a:t>----</a:t>
            </a:r>
          </a:p>
          <a:p>
            <a:r>
              <a:rPr lang="en-US" dirty="0"/>
              <a:t>attention. A long context window is a capacity claim, not an attention claim. Retrieval accuracy degrades for material in the middle of a long input — the 'lost in the middle' effect, Liu et al., TACL 2024. The curve is schematic. Practical consequence: putting a 60-page protocol in the window does not mean the model read page 31. Chunk and ask targeted questions instead.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home message: log the actual output with the model version and the date you ran it — logging just the prompt is not sufficient to let anyone, including future you, reconstruct what happened, because rerunning the same prompt next month against the same model name will prob not get you the same output. </a:t>
            </a:r>
          </a:p>
          <a:p>
            <a:r>
              <a:rPr lang="en-US" dirty="0"/>
              <a:t>----</a:t>
            </a:r>
          </a:p>
          <a:p>
            <a:r>
              <a:rPr lang="en-US" dirty="0"/>
              <a:t>can silently hit a different model version or just a different floating-point draw.</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Collect what people already do, then use the next section to sort their answers into detection, uncertainty and grounding.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Section turn. Three families of approach, in increasing order of effort. The Nature headline is a good line to read out: developers have tricks, but the models still struggle to tell the truth, the whole truth and nothing but the truth.</a:t>
            </a:r>
          </a:p>
          <a:p>
            <a:endParaRPr lang="en-US" dirty="0"/>
          </a:p>
          <a:p>
            <a:r>
              <a:rPr lang="en-US" dirty="0"/>
              <a:t>It would be nice if the model could provide a certainty indicator to have some signal about that generations.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What I mean by harnessing is anything and everything you build around a model to make it useful and reliable.</a:t>
            </a:r>
          </a:p>
          <a:p>
            <a:endParaRPr lang="en-DK" dirty="0"/>
          </a:p>
          <a:p>
            <a:r>
              <a:rPr lang="en-DK" dirty="0"/>
              <a:t>-----</a:t>
            </a:r>
          </a:p>
          <a:p>
            <a:r>
              <a:rPr lang="en-DK" dirty="0"/>
              <a:t> </a:t>
            </a:r>
            <a:r>
              <a:rPr lang="en-US" dirty="0"/>
              <a:t>Harnessing moves the rate, it does not remove the category. Harnessing (RAG, agent, tool use, verification loops) will measurably lower how often a model hallucinates but it operates downstream of the objectives that produces the behavior of hallucinating in the first place. It does not change what a language model fundamentally is, a next-token predictor with no built-in notion of truth. So the category of failure — a fluent, confident, wrong answer — remains possible no matter how much harnessing you stack on top, even as the rate drops.
Harnessing changes how often you hit the failure. It doesn't change whether the failure is still there to hit. Irreducible error / error floor (Kalai et al.'s framing — some hallucination rate is statistically unavoidable given the pretraining objective)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BERTScore</a:t>
            </a:r>
            <a:r>
              <a:rPr lang="en-US" dirty="0"/>
              <a:t> for semantic similarity between samples, a question-answering-based comparison, simple n-gram overlap, natural language inference to check for contradiction, or just prompting the model itself to judge whether two answers agree.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You don’t know Models weights or the sores for each possible next word.</a:t>
            </a:r>
          </a:p>
          <a:p>
            <a:r>
              <a:rPr lang="en-US" dirty="0"/>
              <a:t>------</a:t>
            </a:r>
          </a:p>
          <a:p>
            <a:r>
              <a:rPr lang="en-US" dirty="0"/>
              <a:t>SelfCheckGPT, Manakul, Liusie and Gales, EMNLP 2023. The premise is simple and it is the one thing here you can do by hand today: if the model knows a fact, independently sampled responses agree; if it fabricated, they diverge. Scoring can be BERTScore, QA, n-gram, or NLI-based. Cost is the catch: n times inference. But the manual version, rerun three times in separate chats and look for divergence, costs you two minutes.</a:t>
            </a:r>
          </a:p>
          <a:p>
            <a:endParaRPr lang="en-US" dirty="0"/>
          </a:p>
          <a:p>
            <a:r>
              <a:rPr lang="en-US" dirty="0"/>
              <a:t>Bert models are use to predict entitlement, that two generations of sentence predictions means the same or not (one sentence needs to entails the other one and </a:t>
            </a:r>
            <a:r>
              <a:rPr lang="en-US" dirty="0" err="1"/>
              <a:t>viceversa</a:t>
            </a:r>
            <a:r>
              <a:rPr lang="en-US" dirty="0"/>
              <a:t>, so bidirectional). </a:t>
            </a:r>
          </a:p>
          <a:p>
            <a:r>
              <a:rPr lang="en-US" dirty="0"/>
              <a:t>
---
SelfCheckGPT, Manakul, Liusie and Gales, EMNLP 2023. Zero tooling. The premise is simple and it is the one thing here you can do by hand today: sample the model on the same prompt multiple times, independently, do the responses agree with each other,? with no external knowledge base or fact-checker required at all. if the model actually knows a fact — the distribution is sharp — independent samples will converge on essentially the same answer every time, if it fabricated, sampling from a flat distribution, the responses will diverge (inconsistent fabrications). Scoring can be BERTScore for semantic similarity between samples, a question-answering-based comparison, simple n-gram overlap, natural language inference to check for contradiction, or just prompting the model itself to judge whether two answers agree.. Cost is the catch: n times inference. But the manual version, rerun five times in separate chats and look for divergence, If they diverge, you've just caught a fabrication for free, in less time than it takes to make coffee.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concepts, the idea of attention scores is find which parts the model is looking at while producing the word or is there any patters that tend to appear when the model is making something up?</a:t>
            </a:r>
          </a:p>
          <a:p>
            <a:endParaRPr lang="en-US" dirty="0"/>
          </a:p>
          <a:p>
            <a:r>
              <a:rPr lang="en-US" dirty="0"/>
              <a:t>Semantic entropy, Farquhar et al., Nature 2024, addresses this by clustering samples by meaning rather than by surface form, and it is the strongest of these signals. But if you use a chat interface you see none of it, which is exactly why the consistency check on the previous slide matters</a:t>
            </a:r>
            <a:endParaRPr lang="en-US" sz="1200" dirty="0"/>
          </a:p>
          <a:p>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important caveat: token probability is confidence in the wording, not in the fact. A model can be highly confident about a fabricated citation because the citation format is highly predictable.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important caveat: token probability is confidence in the wording, not in the fact. A model can be highly confident about a fabricated citation because the citation format is highly predictable. </a:t>
            </a:r>
          </a:p>
          <a:p>
            <a:endParaRPr lang="en-US" dirty="0"/>
          </a:p>
          <a:p>
            <a:r>
              <a:rPr lang="en-DK" dirty="0"/>
              <a:t>API exposes them: means that not every provider lets you see them, many only return the final text</a:t>
            </a:r>
          </a:p>
          <a:p>
            <a:r>
              <a:rPr lang="en-DK" dirty="0"/>
              <a:t>Hidden state: spot patterns that tend to appear when the model is making something up.</a:t>
            </a:r>
          </a:p>
          <a:p>
            <a:r>
              <a:rPr lang="en-DK" dirty="0"/>
              <a:t>Attention scores: show which parts of the input the model “looked at” while producing each word</a:t>
            </a:r>
            <a:r>
              <a:rPr lang="en-US" dirty="0"/>
              <a:t>
Where an API actually exposes internals, there are real signals available: log probabilities on the tokens generated, hidden-state and attention-pattern features some research systems extract, and embedding similarity between a generated claim and whatever source material is available to check it against. 
The most sophisticated of these, semantic entropy from Farquhar, Kossen, Kuhn and Gal, published in Nature in 2024, improves on raw consistency checking by clustering repeated samples by their meaning rather than their exact wording — two answers that say the same thing in different words should count as agreement, not disagreement, and semantic entropy is what makes that distinction, flagging the samples whose meaning scatters rather than just their surface phrasing. But a very important take-away: token-level probability is confidence in the wording, not confidence in the underlying fact. A fabricated citation can score very high token probability precisely because the format of a citation — author, year, journal, volume, page range — is extremely predictable and well-rehearsed, even when the specific content inside that format is entirely invented. , But if you use a chat interface you see none of it, which is exactly why the consistency check on the previous slide matters.
The important caveat: token probability is confidence in the wording, not in the fact. A model can be highly confident about a fabricated citation because the citation format is highly predictable. Semantic entropy
-—
High confidence and correctness are not the same axis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Farquhar et al., Nature 2024 (the talk by the first author). Sampling: temperature 1 for the sampled answers, one temperature-0.1 answer judged for correctness. Grouping: bidirectional entailment (GPT-3.5 or </a:t>
            </a:r>
            <a:r>
              <a:rPr dirty="0" err="1"/>
              <a:t>DeBERTa</a:t>
            </a:r>
            <a:r>
              <a:rPr dirty="0"/>
              <a:t>-large-MNLI). Token-probability and discrete versions both work. Long text: decompose into claims, six questions per claim, three fresh answers each, average the entropy. From the talk (not checked against the paper): the group is working on fine-tuning models to abstain when semantic entropy is high; kernel language entropy is a related method.</a:t>
            </a:r>
            <a:endParaRPr lang="da-DK" dirty="0"/>
          </a:p>
          <a:p>
            <a:endParaRPr lang="en-DK"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a:t>
            </a:r>
            <a:r>
              <a:rPr lang="en-GB" dirty="0" err="1"/>
              <a:t>www.youtube.com</a:t>
            </a:r>
            <a:r>
              <a:rPr lang="en-GB" dirty="0"/>
              <a:t>/</a:t>
            </a:r>
            <a:r>
              <a:rPr lang="en-GB" dirty="0" err="1"/>
              <a:t>watch?v</a:t>
            </a:r>
            <a:r>
              <a:rPr lang="en-GB" dirty="0"/>
              <a:t>=eiL6egIX4ms</a:t>
            </a:r>
          </a:p>
          <a:p>
            <a:endParaRPr lang="da-DK" dirty="0"/>
          </a:p>
          <a:p>
            <a:r>
              <a:rPr lang="en-GB" dirty="0"/>
              <a:t>Semantic uncertainty: sequence samples at high temperature and one generation at low temperature to </a:t>
            </a:r>
            <a:r>
              <a:rPr lang="en-GB" dirty="0" err="1"/>
              <a:t>calcualte</a:t>
            </a:r>
            <a:r>
              <a:rPr lang="en-GB" dirty="0"/>
              <a:t> accuracy. </a:t>
            </a:r>
          </a:p>
          <a:p>
            <a:endParaRPr lang="en-GB" dirty="0"/>
          </a:p>
          <a:p>
            <a:r>
              <a:rPr lang="en-GB" dirty="0"/>
              <a:t>Usings token prob of </a:t>
            </a:r>
            <a:r>
              <a:rPr lang="en-GB" dirty="0" err="1"/>
              <a:t>llm</a:t>
            </a:r>
            <a:r>
              <a:rPr lang="en-GB" dirty="0"/>
              <a:t> </a:t>
            </a:r>
          </a:p>
          <a:p>
            <a:endParaRPr lang="en-GB" dirty="0"/>
          </a:p>
          <a:p>
            <a:r>
              <a:rPr lang="en-GB" dirty="0"/>
              <a:t>You have a </a:t>
            </a:r>
            <a:r>
              <a:rPr lang="en-GB" dirty="0" err="1"/>
              <a:t>parapgrahs</a:t>
            </a:r>
            <a:r>
              <a:rPr lang="en-GB" dirty="0"/>
              <a:t>, divide into facts, For each fact we ask a model to generate multiple questions to see if the models answer with the same info as the fact. So if the fact is X is the CEO of Y, you ask questions to make sure we always get that X is the CEO of Y</a:t>
            </a:r>
          </a:p>
          <a:p>
            <a:endParaRPr lang="en-GB" dirty="0"/>
          </a:p>
          <a:p>
            <a:r>
              <a:rPr lang="en-GB" dirty="0"/>
              <a:t>We cannot diff </a:t>
            </a:r>
            <a:r>
              <a:rPr lang="en-GB" dirty="0" err="1"/>
              <a:t>betweeen</a:t>
            </a:r>
            <a:r>
              <a:rPr lang="en-GB" dirty="0"/>
              <a:t> a model that has many </a:t>
            </a:r>
            <a:r>
              <a:rPr lang="en-GB" dirty="0" err="1"/>
              <a:t>duffrernts</a:t>
            </a:r>
            <a:r>
              <a:rPr lang="en-GB" dirty="0"/>
              <a:t> </a:t>
            </a:r>
            <a:r>
              <a:rPr lang="en-GB" dirty="0" err="1"/>
              <a:t>thungs</a:t>
            </a:r>
            <a:r>
              <a:rPr lang="en-GB" dirty="0"/>
              <a:t> to say and one </a:t>
            </a:r>
            <a:r>
              <a:rPr lang="en-GB" dirty="0" err="1"/>
              <a:t>thst</a:t>
            </a:r>
            <a:r>
              <a:rPr lang="en-GB" dirty="0"/>
              <a:t> has many ways to say the same thing </a:t>
            </a:r>
          </a:p>
          <a:p>
            <a:r>
              <a:rPr lang="en-GB" dirty="0"/>
              <a:t>Min 9 </a:t>
            </a:r>
          </a:p>
          <a:p>
            <a:endParaRPr lang="en-GB" dirty="0"/>
          </a:p>
          <a:p>
            <a:r>
              <a:rPr lang="en-GB" dirty="0"/>
              <a:t>Semantic entropy probes, cheap approximation (without accuracy labels)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half: where a RAG system still hallucinates. Zhang &amp; Zhang's review splits it in two. Retrieval failure means the right passage never reached the model — four causes: data sources, queries, retrievers, retrieval strategy. Generation deficiency means the passage was there and the model overrode or ignored it — five causes: context noise, context conflict, the middle curse, alignment, capability boundary.
Bottom half: the two documented ways the popular fixes make things worse. Gekhman et al. show that fine-tuning examples carrying facts the model never knew are learnt slowly, and as they are learnt hallucination rises roughly linearly. The Tug-of-War paper shows RAG models favouring faulty internal memory even when correct evidence is in front of them.
The line that ties them together: adding your data does not overwrite what the model believes. It puts the two in competition — which is why you read the retrieved chunk.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RagFlow on UCloud lets you keep the corpus on-prem, which for sensitive health data is the difference between allowed and not. The habit to teach: always read the retrieved chunk, not just the answer. If a claim has no chunk behind it, the model wrote it.
---
You heard this morning about keeping sensitive data inside UCloud rather than sending it to an external API — RagFlow is what that looks like in practice for retrieval. RagFlow on UCloud lets you keep the corpus on-prem, which for sensitive health data is the difference between allowed and not. The core idea: instead of relying on whatever the model happened to memorise from the open internet, you build the corpus yourself, out of your own protocols, your own papers, your own SOPs, so the system is grounded in material you actually trust and control. Because it runs inside UCloud, you can use it given the data protection agreements. The habit to teach: for every answer always read the retrieved chunk of source material it was built from, not just the generated text. If a claim in the answer has no chunk behind it at all, the model wrote that part itself, ungrounded, inside what otherwise looks like a grounded, sourced response. Citations are the entire point of RAG, and a RAG system you use without ever opening the underlying sources is just a slower, more expensive chatbot.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ask AI to find sources to back up those claims, and if it already provide sources, ask to check if those sources actually support what its saying
2. Upfront, and if you are unsure about the answer, ask AI how confident it is and wether anything could be wrong. Often AI knows is wrong but they wanted to sound confident 
3. If you are still unsure, open a new chat and ask AI to find errors in the answer and to confirm that the sources support the statements
4. for critical work, you should cross.... with trusted sources, be sceptical and double check specific dates, number, citations...
5. </a:t>
            </a:r>
          </a:p>
          <a:p>
            <a:pPr marL="228600" indent="-228600">
              <a:buAutoNum type="arabicPeriod"/>
            </a:pPr>
            <a:r>
              <a:rPr lang="en-US" dirty="0"/>
              <a:t>6. Change of thought
reducing hallucitaions is improtant goal to make it more trusthworhty and useful to everyone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turn. Everything so far was diagnosis. This is the part they take back to their desk.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habits. If they remember one, make it number two: verifiability scales with the cost of being wrong. Number four is the cheap version of SelfCheckGPT and the single highest-value habit on the slide.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DK" dirty="0"/>
              <a:t>“Every model makes things up sometimes. Some do it less, but none of them stop.”</a:t>
            </a:r>
          </a:p>
          <a:p>
            <a:pPr lvl="0" rtl="0"/>
            <a:r>
              <a:rPr lang="en-DK" dirty="0"/>
              <a:t>“Sounding sure doesn’t mean it’s right. Models are trained to sound confident.”</a:t>
            </a:r>
          </a:p>
          <a:p>
            <a:pPr lvl="0" rtl="0"/>
            <a:r>
              <a:rPr lang="en-DK" dirty="0"/>
              <a:t>“Giving the model your own sources doesn’t stop the mistakes, but it makes them much easier to catch.”</a:t>
            </a:r>
          </a:p>
          <a:p>
            <a:pPr lvl="0" rtl="0"/>
            <a:r>
              <a:rPr lang="en-DK" dirty="0"/>
              <a:t>“If you sign the paper, you’re the one who has to check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All links live; the two databases update continuously, so re-check the numbers before you reuse the slides.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4393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0.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5983560"/>
            <a:ext cx="9591618" cy="1633538"/>
          </a:xfrm>
          <a:prstGeom prst="rect">
            <a:avLst/>
          </a:prstGeom>
          <a:noFill/>
          <a:ln/>
        </p:spPr>
        <p:txBody>
          <a:bodyPr wrap="square" lIns="25400" tIns="25400" rIns="25400" bIns="25400" rtlCol="0" anchor="t">
            <a:normAutofit/>
          </a:bodyPr>
          <a:lstStyle/>
          <a:p>
            <a:pPr marL="0" indent="0" algn="l">
              <a:lnSpc>
                <a:spcPct val="84783"/>
              </a:lnSpc>
              <a:buNone/>
            </a:pPr>
            <a:r>
              <a:rPr lang="en-US" sz="6000" b="1" kern="0" spc="-112" dirty="0">
                <a:solidFill>
                  <a:srgbClr val="111111"/>
                </a:solidFill>
                <a:latin typeface="Arial" pitchFamily="34" charset="0"/>
                <a:ea typeface="Arial" pitchFamily="34" charset="-122"/>
                <a:cs typeface="Arial" pitchFamily="34" charset="-120"/>
              </a:rPr>
              <a:t>Hallucinations, Limitations and Critical Evaluation</a:t>
            </a:r>
            <a:endParaRPr lang="en-US" sz="6000" dirty="0"/>
          </a:p>
        </p:txBody>
      </p:sp>
      <p:sp>
        <p:nvSpPr>
          <p:cNvPr id="3" name="Text 1"/>
          <p:cNvSpPr/>
          <p:nvPr/>
        </p:nvSpPr>
        <p:spPr>
          <a:xfrm>
            <a:off x="1156246" y="8061871"/>
            <a:ext cx="11007738" cy="42862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333333"/>
                </a:solidFill>
                <a:latin typeface="Arial" pitchFamily="34" charset="0"/>
                <a:ea typeface="Arial" pitchFamily="34" charset="-122"/>
                <a:cs typeface="Arial" pitchFamily="34" charset="-120"/>
              </a:rPr>
              <a:t>Strategies for critically evaluating LLM responses</a:t>
            </a:r>
            <a:endParaRPr lang="en-US" sz="2700" dirty="0"/>
          </a:p>
        </p:txBody>
      </p:sp>
      <p:sp>
        <p:nvSpPr>
          <p:cNvPr id="4" name="Text 2"/>
          <p:cNvSpPr/>
          <p:nvPr/>
        </p:nvSpPr>
        <p:spPr>
          <a:xfrm>
            <a:off x="1156246" y="8728621"/>
            <a:ext cx="18655218"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55555"/>
                </a:solidFill>
                <a:latin typeface="Arial" pitchFamily="34" charset="0"/>
                <a:ea typeface="Arial" pitchFamily="34" charset="-122"/>
                <a:cs typeface="Arial" pitchFamily="34" charset="-120"/>
              </a:rPr>
              <a:t>Alba Refoyo Martínez, PhD</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6162980"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Word of the year, 2023</a:t>
            </a:r>
            <a:endParaRPr lang="en-US" sz="4350" dirty="0"/>
          </a:p>
        </p:txBody>
      </p:sp>
      <p:sp>
        <p:nvSpPr>
          <p:cNvPr id="3" name="Text 1"/>
          <p:cNvSpPr/>
          <p:nvPr/>
        </p:nvSpPr>
        <p:spPr>
          <a:xfrm>
            <a:off x="5444423" y="3122191"/>
            <a:ext cx="7748602" cy="1638300"/>
          </a:xfrm>
          <a:prstGeom prst="rect">
            <a:avLst/>
          </a:prstGeom>
          <a:noFill/>
          <a:ln/>
        </p:spPr>
        <p:txBody>
          <a:bodyPr wrap="square" lIns="25400" tIns="25400" rIns="25400" bIns="25400" rtlCol="0" anchor="t">
            <a:normAutofit/>
          </a:bodyPr>
          <a:lstStyle/>
          <a:p>
            <a:pPr marL="0" indent="0" algn="ctr">
              <a:lnSpc>
                <a:spcPct val="82977"/>
              </a:lnSpc>
              <a:buNone/>
            </a:pPr>
            <a:r>
              <a:rPr lang="en-US" sz="11250" b="1" kern="0" spc="-300" dirty="0">
                <a:solidFill>
                  <a:srgbClr val="E8604C"/>
                </a:solidFill>
                <a:latin typeface="Arial" pitchFamily="34" charset="0"/>
                <a:ea typeface="Arial" pitchFamily="34" charset="-122"/>
                <a:cs typeface="Arial" pitchFamily="34" charset="-120"/>
              </a:rPr>
              <a:t>hallucinate</a:t>
            </a:r>
            <a:endParaRPr lang="en-US" sz="11250" dirty="0"/>
          </a:p>
        </p:txBody>
      </p:sp>
      <p:sp>
        <p:nvSpPr>
          <p:cNvPr id="4" name="Text 2"/>
          <p:cNvSpPr/>
          <p:nvPr/>
        </p:nvSpPr>
        <p:spPr>
          <a:xfrm>
            <a:off x="2692361" y="5136728"/>
            <a:ext cx="12903129" cy="524545"/>
          </a:xfrm>
          <a:prstGeom prst="rect">
            <a:avLst/>
          </a:prstGeom>
          <a:noFill/>
          <a:ln/>
        </p:spPr>
        <p:txBody>
          <a:bodyPr wrap="square" lIns="25400" tIns="25400" rIns="25400" bIns="25400" rtlCol="0" anchor="t">
            <a:normAutofit/>
          </a:bodyPr>
          <a:lstStyle/>
          <a:p>
            <a:pPr marL="0" indent="0" algn="ctr">
              <a:lnSpc>
                <a:spcPct val="138032"/>
              </a:lnSpc>
              <a:buNone/>
            </a:pPr>
            <a:r>
              <a:rPr lang="en-US" sz="2400" dirty="0">
                <a:solidFill>
                  <a:srgbClr val="123A4C"/>
                </a:solidFill>
                <a:latin typeface="Arial" pitchFamily="34" charset="0"/>
                <a:ea typeface="Arial" pitchFamily="34" charset="-122"/>
                <a:cs typeface="Arial" pitchFamily="34" charset="-120"/>
              </a:rPr>
              <a:t>“When an artificial intelligence hallucinates, it produces false information.”</a:t>
            </a:r>
            <a:endParaRPr lang="en-US" sz="2400" dirty="0"/>
          </a:p>
        </p:txBody>
      </p:sp>
      <p:sp>
        <p:nvSpPr>
          <p:cNvPr id="5" name="Text 3"/>
          <p:cNvSpPr/>
          <p:nvPr/>
        </p:nvSpPr>
        <p:spPr>
          <a:xfrm>
            <a:off x="2378430" y="6510263"/>
            <a:ext cx="13530097" cy="390525"/>
          </a:xfrm>
          <a:prstGeom prst="rect">
            <a:avLst/>
          </a:prstGeom>
          <a:noFill/>
          <a:ln/>
        </p:spPr>
        <p:txBody>
          <a:bodyPr wrap="square" lIns="25400" tIns="25400" rIns="25400" bIns="25400" rtlCol="0" anchor="t">
            <a:normAutofit lnSpcReduction="10000"/>
          </a:bodyPr>
          <a:lstStyle/>
          <a:p>
            <a:pPr marL="0" indent="0" algn="ctr">
              <a:buNone/>
            </a:pPr>
            <a:r>
              <a:rPr lang="en-US" sz="2400" dirty="0">
                <a:solidFill>
                  <a:srgbClr val="5E7480"/>
                </a:solidFill>
                <a:latin typeface="Arial" pitchFamily="34" charset="0"/>
                <a:ea typeface="Arial" pitchFamily="34" charset="-122"/>
                <a:cs typeface="Arial" pitchFamily="34" charset="-120"/>
              </a:rPr>
              <a:t>Cambridge Dictionary · Dictionary.com chose the same word that year; Collins chose </a:t>
            </a:r>
            <a:r>
              <a:rPr lang="en-US" sz="2400" b="1" dirty="0">
                <a:solidFill>
                  <a:srgbClr val="5E7480"/>
                </a:solidFill>
                <a:latin typeface="Arial" pitchFamily="34" charset="0"/>
                <a:ea typeface="Arial" pitchFamily="34" charset="-122"/>
                <a:cs typeface="Arial" pitchFamily="34" charset="-120"/>
              </a:rPr>
              <a:t>AI</a:t>
            </a:r>
            <a:r>
              <a:rPr lang="en-US" sz="2400" dirty="0">
                <a:solidFill>
                  <a:srgbClr val="5E7480"/>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156246" y="9074795"/>
            <a:ext cx="15806191" cy="484584"/>
          </a:xfrm>
          <a:prstGeom prst="rect">
            <a:avLst/>
          </a:prstGeom>
          <a:noFill/>
          <a:ln/>
        </p:spPr>
        <p:txBody>
          <a:bodyPr wrap="square" lIns="25400" tIns="25400" rIns="25400" bIns="25400" rtlCol="0" anchor="t">
            <a:normAutofit/>
          </a:bodyPr>
          <a:lstStyle/>
          <a:p>
            <a:pPr marL="0" indent="0" algn="l">
              <a:lnSpc>
                <a:spcPct val="126703"/>
              </a:lnSpc>
              <a:buNone/>
            </a:pPr>
            <a:r>
              <a:rPr lang="en-US" sz="2400" b="1" dirty="0">
                <a:solidFill>
                  <a:srgbClr val="123A4C"/>
                </a:solidFill>
                <a:latin typeface="Arial" pitchFamily="34" charset="0"/>
                <a:ea typeface="Arial" pitchFamily="34" charset="-122"/>
                <a:cs typeface="Arial" pitchFamily="34" charset="-120"/>
              </a:rPr>
              <a:t>“AI is incredibly smart and shockingly stupid.”</a:t>
            </a:r>
            <a:endParaRPr lang="en-US" sz="2400" dirty="0"/>
          </a:p>
        </p:txBody>
      </p:sp>
      <p:sp>
        <p:nvSpPr>
          <p:cNvPr id="7" name="Text 5"/>
          <p:cNvSpPr/>
          <p:nvPr/>
        </p:nvSpPr>
        <p:spPr>
          <a:xfrm>
            <a:off x="1156246" y="9639936"/>
            <a:ext cx="2848107" cy="347663"/>
          </a:xfrm>
          <a:prstGeom prst="rect">
            <a:avLst/>
          </a:prstGeom>
          <a:noFill/>
          <a:ln/>
        </p:spPr>
        <p:txBody>
          <a:bodyPr wrap="none" lIns="25400" tIns="25400" rIns="25400" bIns="25400" rtlCol="0" anchor="t">
            <a:normAutofit lnSpcReduction="10000"/>
          </a:bodyPr>
          <a:lstStyle/>
          <a:p>
            <a:pPr marL="0" indent="0" algn="l">
              <a:buNone/>
            </a:pPr>
            <a:r>
              <a:rPr lang="en-US" sz="2100" dirty="0">
                <a:solidFill>
                  <a:srgbClr val="5E7480"/>
                </a:solidFill>
                <a:latin typeface="Arial" pitchFamily="34" charset="0"/>
                <a:ea typeface="Arial" pitchFamily="34" charset="-122"/>
                <a:cs typeface="Arial" pitchFamily="34" charset="-120"/>
              </a:rPr>
              <a:t>Yejin Choi, TED2023</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69219" y="3141390"/>
            <a:ext cx="1728788" cy="1516335"/>
          </a:xfrm>
          <a:prstGeom prst="rect">
            <a:avLst/>
          </a:prstGeom>
          <a:noFill/>
          <a:ln/>
        </p:spPr>
        <p:txBody>
          <a:bodyPr wrap="square" lIns="25400" tIns="25400" rIns="25400" bIns="25400" rtlCol="0" anchor="t">
            <a:normAutofit fontScale="92500" lnSpcReduction="10000"/>
          </a:bodyPr>
          <a:lstStyle/>
          <a:p>
            <a:pPr marL="0" indent="0" algn="ctr">
              <a:lnSpc>
                <a:spcPct val="69596"/>
              </a:lnSpc>
              <a:buNone/>
            </a:pPr>
            <a:r>
              <a:rPr lang="en-US" sz="14550" b="1" kern="0" spc="-450" dirty="0">
                <a:solidFill>
                  <a:srgbClr val="E8604C"/>
                </a:solidFill>
                <a:latin typeface="Arial" pitchFamily="34" charset="0"/>
                <a:ea typeface="Arial" pitchFamily="34" charset="-122"/>
                <a:cs typeface="Arial" pitchFamily="34" charset="-120"/>
              </a:rPr>
              <a:t>1</a:t>
            </a:r>
            <a:endParaRPr lang="en-US" sz="14550" dirty="0"/>
          </a:p>
        </p:txBody>
      </p:sp>
      <p:sp>
        <p:nvSpPr>
          <p:cNvPr id="3" name="Text 1"/>
          <p:cNvSpPr/>
          <p:nvPr/>
        </p:nvSpPr>
        <p:spPr>
          <a:xfrm>
            <a:off x="3476625" y="3711997"/>
            <a:ext cx="5590810" cy="520005"/>
          </a:xfrm>
          <a:prstGeom prst="rect">
            <a:avLst/>
          </a:prstGeom>
          <a:noFill/>
          <a:ln/>
        </p:spPr>
        <p:txBody>
          <a:bodyPr wrap="square" lIns="25400" tIns="25400" rIns="25400" bIns="25400" rtlCol="0" anchor="t">
            <a:normAutofit lnSpcReduction="10000"/>
          </a:bodyPr>
          <a:lstStyle/>
          <a:p>
            <a:pPr marL="0" indent="0" algn="l">
              <a:lnSpc>
                <a:spcPct val="96381"/>
              </a:lnSpc>
              <a:buNone/>
            </a:pPr>
            <a:r>
              <a:rPr lang="en-US" sz="3450" b="1" kern="0" spc="-60" dirty="0">
                <a:solidFill>
                  <a:srgbClr val="3F4048"/>
                </a:solidFill>
                <a:latin typeface="Arial" pitchFamily="34" charset="0"/>
                <a:ea typeface="Arial" pitchFamily="34" charset="-122"/>
                <a:cs typeface="Arial" pitchFamily="34" charset="-120"/>
              </a:rPr>
              <a:t>What a hallucination is</a:t>
            </a:r>
            <a:endParaRPr lang="en-US" sz="3450" dirty="0"/>
          </a:p>
        </p:txBody>
      </p:sp>
      <p:sp>
        <p:nvSpPr>
          <p:cNvPr id="4" name="Text 2"/>
          <p:cNvSpPr/>
          <p:nvPr/>
        </p:nvSpPr>
        <p:spPr>
          <a:xfrm>
            <a:off x="3476625" y="4251052"/>
            <a:ext cx="5590810" cy="3810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2250" dirty="0">
                <a:solidFill>
                  <a:srgbClr val="6B6E76"/>
                </a:solidFill>
                <a:latin typeface="Arial" pitchFamily="34" charset="0"/>
                <a:ea typeface="Arial" pitchFamily="34" charset="-122"/>
                <a:cs typeface="Arial" pitchFamily="34" charset="-120"/>
              </a:rPr>
              <a:t>And why the mechanism produces them</a:t>
            </a:r>
            <a:endParaRPr lang="en-US" sz="2250" dirty="0"/>
          </a:p>
        </p:txBody>
      </p:sp>
      <p:sp>
        <p:nvSpPr>
          <p:cNvPr id="5" name="Text 3"/>
          <p:cNvSpPr/>
          <p:nvPr/>
        </p:nvSpPr>
        <p:spPr>
          <a:xfrm>
            <a:off x="9408319" y="3141390"/>
            <a:ext cx="1728788" cy="1516335"/>
          </a:xfrm>
          <a:prstGeom prst="rect">
            <a:avLst/>
          </a:prstGeom>
          <a:noFill/>
          <a:ln/>
        </p:spPr>
        <p:txBody>
          <a:bodyPr wrap="square" lIns="25400" tIns="25400" rIns="25400" bIns="25400" rtlCol="0" anchor="t">
            <a:normAutofit fontScale="92500" lnSpcReduction="10000"/>
          </a:bodyPr>
          <a:lstStyle/>
          <a:p>
            <a:pPr marL="0" indent="0" algn="ctr">
              <a:lnSpc>
                <a:spcPct val="69596"/>
              </a:lnSpc>
              <a:buNone/>
            </a:pPr>
            <a:r>
              <a:rPr lang="en-US" sz="14550" b="1" kern="0" spc="-450" dirty="0">
                <a:solidFill>
                  <a:srgbClr val="3EC1AE"/>
                </a:solidFill>
                <a:latin typeface="Arial" pitchFamily="34" charset="0"/>
                <a:ea typeface="Arial" pitchFamily="34" charset="-122"/>
                <a:cs typeface="Arial" pitchFamily="34" charset="-120"/>
              </a:rPr>
              <a:t>2</a:t>
            </a:r>
            <a:endParaRPr lang="en-US" sz="14550" dirty="0"/>
          </a:p>
        </p:txBody>
      </p:sp>
      <p:sp>
        <p:nvSpPr>
          <p:cNvPr id="6" name="Text 4"/>
          <p:cNvSpPr/>
          <p:nvPr/>
        </p:nvSpPr>
        <p:spPr>
          <a:xfrm>
            <a:off x="11515725" y="3711997"/>
            <a:ext cx="5077740" cy="520005"/>
          </a:xfrm>
          <a:prstGeom prst="rect">
            <a:avLst/>
          </a:prstGeom>
          <a:noFill/>
          <a:ln/>
        </p:spPr>
        <p:txBody>
          <a:bodyPr wrap="square" lIns="25400" tIns="25400" rIns="25400" bIns="25400" rtlCol="0" anchor="t">
            <a:normAutofit lnSpcReduction="10000"/>
          </a:bodyPr>
          <a:lstStyle/>
          <a:p>
            <a:pPr marL="0" indent="0" algn="l">
              <a:lnSpc>
                <a:spcPct val="96381"/>
              </a:lnSpc>
              <a:buNone/>
            </a:pPr>
            <a:r>
              <a:rPr lang="en-US" sz="3450" b="1" kern="0" spc="-60" dirty="0">
                <a:solidFill>
                  <a:srgbClr val="3F4048"/>
                </a:solidFill>
                <a:latin typeface="Arial" pitchFamily="34" charset="0"/>
                <a:ea typeface="Arial" pitchFamily="34" charset="-122"/>
                <a:cs typeface="Arial" pitchFamily="34" charset="-120"/>
              </a:rPr>
              <a:t>Limitations</a:t>
            </a:r>
            <a:endParaRPr lang="en-US" sz="3450" dirty="0"/>
          </a:p>
        </p:txBody>
      </p:sp>
      <p:sp>
        <p:nvSpPr>
          <p:cNvPr id="7" name="Text 5"/>
          <p:cNvSpPr/>
          <p:nvPr/>
        </p:nvSpPr>
        <p:spPr>
          <a:xfrm>
            <a:off x="11515725" y="4251052"/>
            <a:ext cx="5077740" cy="3810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2250" dirty="0">
                <a:solidFill>
                  <a:srgbClr val="6B6E76"/>
                </a:solidFill>
                <a:latin typeface="Arial" pitchFamily="34" charset="0"/>
                <a:ea typeface="Arial" pitchFamily="34" charset="-122"/>
                <a:cs typeface="Arial" pitchFamily="34" charset="-120"/>
              </a:rPr>
              <a:t>Non-determinism, ambiguity, context</a:t>
            </a:r>
            <a:endParaRPr lang="en-US" sz="2250" dirty="0"/>
          </a:p>
        </p:txBody>
      </p:sp>
      <p:sp>
        <p:nvSpPr>
          <p:cNvPr id="8" name="Text 6"/>
          <p:cNvSpPr/>
          <p:nvPr/>
        </p:nvSpPr>
        <p:spPr>
          <a:xfrm>
            <a:off x="1369219" y="5667375"/>
            <a:ext cx="1728788" cy="1516335"/>
          </a:xfrm>
          <a:prstGeom prst="rect">
            <a:avLst/>
          </a:prstGeom>
          <a:noFill/>
          <a:ln/>
        </p:spPr>
        <p:txBody>
          <a:bodyPr wrap="square" lIns="25400" tIns="25400" rIns="25400" bIns="25400" rtlCol="0" anchor="t">
            <a:normAutofit fontScale="92500" lnSpcReduction="10000"/>
          </a:bodyPr>
          <a:lstStyle/>
          <a:p>
            <a:pPr marL="0" indent="0" algn="ctr">
              <a:lnSpc>
                <a:spcPct val="69596"/>
              </a:lnSpc>
              <a:buNone/>
            </a:pPr>
            <a:r>
              <a:rPr lang="en-US" sz="14550" b="1" kern="0" spc="-450" dirty="0">
                <a:solidFill>
                  <a:srgbClr val="4A7FC1"/>
                </a:solidFill>
                <a:latin typeface="Arial" pitchFamily="34" charset="0"/>
                <a:ea typeface="Arial" pitchFamily="34" charset="-122"/>
                <a:cs typeface="Arial" pitchFamily="34" charset="-120"/>
              </a:rPr>
              <a:t>3</a:t>
            </a:r>
            <a:endParaRPr lang="en-US" sz="14550" dirty="0"/>
          </a:p>
        </p:txBody>
      </p:sp>
      <p:sp>
        <p:nvSpPr>
          <p:cNvPr id="9" name="Text 7"/>
          <p:cNvSpPr/>
          <p:nvPr/>
        </p:nvSpPr>
        <p:spPr>
          <a:xfrm>
            <a:off x="3476625" y="6237982"/>
            <a:ext cx="4961669" cy="520005"/>
          </a:xfrm>
          <a:prstGeom prst="rect">
            <a:avLst/>
          </a:prstGeom>
          <a:noFill/>
          <a:ln/>
        </p:spPr>
        <p:txBody>
          <a:bodyPr wrap="square" lIns="25400" tIns="25400" rIns="25400" bIns="25400" rtlCol="0" anchor="t">
            <a:normAutofit lnSpcReduction="10000"/>
          </a:bodyPr>
          <a:lstStyle/>
          <a:p>
            <a:pPr marL="0" indent="0" algn="l">
              <a:lnSpc>
                <a:spcPct val="96381"/>
              </a:lnSpc>
              <a:buNone/>
            </a:pPr>
            <a:r>
              <a:rPr lang="en-US" sz="3450" b="1" kern="0" spc="-60" dirty="0">
                <a:solidFill>
                  <a:srgbClr val="3F4048"/>
                </a:solidFill>
                <a:latin typeface="Arial" pitchFamily="34" charset="0"/>
                <a:ea typeface="Arial" pitchFamily="34" charset="-122"/>
                <a:cs typeface="Arial" pitchFamily="34" charset="-120"/>
              </a:rPr>
              <a:t>Mitigation</a:t>
            </a:r>
            <a:endParaRPr lang="en-US" sz="3450" dirty="0"/>
          </a:p>
        </p:txBody>
      </p:sp>
      <p:sp>
        <p:nvSpPr>
          <p:cNvPr id="10" name="Text 8"/>
          <p:cNvSpPr/>
          <p:nvPr/>
        </p:nvSpPr>
        <p:spPr>
          <a:xfrm>
            <a:off x="3476625" y="6777038"/>
            <a:ext cx="4961669" cy="3810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2250" dirty="0">
                <a:solidFill>
                  <a:srgbClr val="6B6E76"/>
                </a:solidFill>
                <a:latin typeface="Arial" pitchFamily="34" charset="0"/>
                <a:ea typeface="Arial" pitchFamily="34" charset="-122"/>
                <a:cs typeface="Arial" pitchFamily="34" charset="-120"/>
              </a:rPr>
              <a:t>Detection, uncertainty signals, RAG</a:t>
            </a:r>
            <a:endParaRPr lang="en-US" sz="2250" dirty="0"/>
          </a:p>
        </p:txBody>
      </p:sp>
      <p:sp>
        <p:nvSpPr>
          <p:cNvPr id="11" name="Text 9"/>
          <p:cNvSpPr/>
          <p:nvPr/>
        </p:nvSpPr>
        <p:spPr>
          <a:xfrm>
            <a:off x="9408319" y="5667375"/>
            <a:ext cx="1728788" cy="1516335"/>
          </a:xfrm>
          <a:prstGeom prst="rect">
            <a:avLst/>
          </a:prstGeom>
          <a:noFill/>
          <a:ln/>
        </p:spPr>
        <p:txBody>
          <a:bodyPr wrap="square" lIns="25400" tIns="25400" rIns="25400" bIns="25400" rtlCol="0" anchor="t">
            <a:normAutofit fontScale="92500" lnSpcReduction="10000"/>
          </a:bodyPr>
          <a:lstStyle/>
          <a:p>
            <a:pPr marL="0" indent="0" algn="ctr">
              <a:lnSpc>
                <a:spcPct val="69596"/>
              </a:lnSpc>
              <a:buNone/>
            </a:pPr>
            <a:r>
              <a:rPr lang="en-US" sz="14550" b="1" kern="0" spc="-450" dirty="0">
                <a:solidFill>
                  <a:srgbClr val="5C5C9E"/>
                </a:solidFill>
                <a:latin typeface="Arial" pitchFamily="34" charset="0"/>
                <a:ea typeface="Arial" pitchFamily="34" charset="-122"/>
                <a:cs typeface="Arial" pitchFamily="34" charset="-120"/>
              </a:rPr>
              <a:t>4</a:t>
            </a:r>
            <a:endParaRPr lang="en-US" sz="14550" dirty="0"/>
          </a:p>
        </p:txBody>
      </p:sp>
      <p:sp>
        <p:nvSpPr>
          <p:cNvPr id="12" name="Text 10"/>
          <p:cNvSpPr/>
          <p:nvPr/>
        </p:nvSpPr>
        <p:spPr>
          <a:xfrm>
            <a:off x="11515725" y="6237982"/>
            <a:ext cx="4716921" cy="520005"/>
          </a:xfrm>
          <a:prstGeom prst="rect">
            <a:avLst/>
          </a:prstGeom>
          <a:noFill/>
          <a:ln/>
        </p:spPr>
        <p:txBody>
          <a:bodyPr wrap="square" lIns="25400" tIns="25400" rIns="25400" bIns="25400" rtlCol="0" anchor="t">
            <a:normAutofit lnSpcReduction="10000"/>
          </a:bodyPr>
          <a:lstStyle/>
          <a:p>
            <a:pPr marL="0" indent="0" algn="l">
              <a:lnSpc>
                <a:spcPct val="96381"/>
              </a:lnSpc>
              <a:buNone/>
            </a:pPr>
            <a:r>
              <a:rPr lang="en-US" sz="3450" b="1" kern="0" spc="-60" dirty="0">
                <a:solidFill>
                  <a:srgbClr val="3F4048"/>
                </a:solidFill>
                <a:latin typeface="Arial" pitchFamily="34" charset="0"/>
                <a:ea typeface="Arial" pitchFamily="34" charset="-122"/>
                <a:cs typeface="Arial" pitchFamily="34" charset="-120"/>
              </a:rPr>
              <a:t>Critical evaluation</a:t>
            </a:r>
            <a:endParaRPr lang="en-US" sz="3450" dirty="0"/>
          </a:p>
        </p:txBody>
      </p:sp>
      <p:sp>
        <p:nvSpPr>
          <p:cNvPr id="13" name="Text 11"/>
          <p:cNvSpPr/>
          <p:nvPr/>
        </p:nvSpPr>
        <p:spPr>
          <a:xfrm>
            <a:off x="11515725" y="6777038"/>
            <a:ext cx="4716921" cy="3810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2250" dirty="0">
                <a:solidFill>
                  <a:srgbClr val="6B6E76"/>
                </a:solidFill>
                <a:latin typeface="Arial" pitchFamily="34" charset="0"/>
                <a:ea typeface="Arial" pitchFamily="34" charset="-122"/>
                <a:cs typeface="Arial" pitchFamily="34" charset="-120"/>
              </a:rPr>
              <a:t>What to do at your desk tomorrow</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000" y="3265140"/>
            <a:ext cx="2663250" cy="3794745"/>
          </a:xfrm>
          <a:prstGeom prst="rect">
            <a:avLst/>
          </a:prstGeom>
          <a:noFill/>
          <a:ln/>
        </p:spPr>
        <p:txBody>
          <a:bodyPr wrap="square" lIns="25400" tIns="25400" rIns="25400" bIns="25400" rtlCol="0" anchor="t">
            <a:normAutofit lnSpcReduction="10000"/>
          </a:bodyPr>
          <a:lstStyle/>
          <a:p>
            <a:pPr marL="0" indent="0" algn="l">
              <a:lnSpc>
                <a:spcPct val="69559"/>
              </a:lnSpc>
              <a:buNone/>
            </a:pPr>
            <a:r>
              <a:rPr lang="en-US" sz="36975" b="1" kern="0" spc="-1500" dirty="0">
                <a:solidFill>
                  <a:srgbClr val="E8604C"/>
                </a:solidFill>
                <a:latin typeface="Arial" pitchFamily="34" charset="0"/>
                <a:ea typeface="Arial" pitchFamily="34" charset="-122"/>
                <a:cs typeface="Arial" pitchFamily="34" charset="-120"/>
              </a:rPr>
              <a:t>1</a:t>
            </a:r>
            <a:endParaRPr lang="en-US" sz="36975" dirty="0"/>
          </a:p>
        </p:txBody>
      </p:sp>
      <p:sp>
        <p:nvSpPr>
          <p:cNvPr id="3" name="Text 1"/>
          <p:cNvSpPr/>
          <p:nvPr/>
        </p:nvSpPr>
        <p:spPr>
          <a:xfrm>
            <a:off x="4707136" y="5339507"/>
            <a:ext cx="9053624" cy="902196"/>
          </a:xfrm>
          <a:prstGeom prst="rect">
            <a:avLst/>
          </a:prstGeom>
          <a:noFill/>
          <a:ln/>
        </p:spPr>
        <p:txBody>
          <a:bodyPr wrap="square" lIns="25400" tIns="25400" rIns="25400" bIns="25400" rtlCol="0" anchor="t">
            <a:normAutofit lnSpcReduction="10000"/>
          </a:bodyPr>
          <a:lstStyle/>
          <a:p>
            <a:pPr marL="0" indent="0" algn="l">
              <a:lnSpc>
                <a:spcPct val="94010"/>
              </a:lnSpc>
              <a:buNone/>
            </a:pPr>
            <a:r>
              <a:rPr lang="en-US" sz="6300" b="1" kern="0" spc="-150" dirty="0">
                <a:solidFill>
                  <a:srgbClr val="3F4048"/>
                </a:solidFill>
                <a:latin typeface="Arial" pitchFamily="34" charset="0"/>
                <a:ea typeface="Arial" pitchFamily="34" charset="-122"/>
                <a:cs typeface="Arial" pitchFamily="34" charset="-120"/>
              </a:rPr>
              <a:t>What a hallucination is</a:t>
            </a:r>
            <a:endParaRPr lang="en-US" sz="6300" dirty="0"/>
          </a:p>
        </p:txBody>
      </p:sp>
      <p:sp>
        <p:nvSpPr>
          <p:cNvPr id="4" name="Text 2"/>
          <p:cNvSpPr/>
          <p:nvPr/>
        </p:nvSpPr>
        <p:spPr>
          <a:xfrm>
            <a:off x="4707136" y="6413153"/>
            <a:ext cx="9053624" cy="508620"/>
          </a:xfrm>
          <a:prstGeom prst="rect">
            <a:avLst/>
          </a:prstGeom>
          <a:noFill/>
          <a:ln/>
        </p:spPr>
        <p:txBody>
          <a:bodyPr wrap="square" lIns="25400" tIns="25400" rIns="25400" bIns="25400" rtlCol="0" anchor="t">
            <a:normAutofit lnSpcReduction="10000"/>
          </a:bodyPr>
          <a:lstStyle/>
          <a:p>
            <a:pPr marL="0" indent="0" algn="l">
              <a:lnSpc>
                <a:spcPct val="113563"/>
              </a:lnSpc>
              <a:buNone/>
            </a:pPr>
            <a:r>
              <a:rPr lang="en-US" sz="2850" dirty="0">
                <a:solidFill>
                  <a:srgbClr val="6B6E76"/>
                </a:solidFill>
                <a:latin typeface="Arial" pitchFamily="34" charset="0"/>
                <a:ea typeface="Arial" pitchFamily="34" charset="-122"/>
                <a:cs typeface="Arial" pitchFamily="34" charset="-120"/>
              </a:rPr>
              <a:t>And why the mechanism produces them</a:t>
            </a:r>
            <a:endParaRPr lang="en-US" sz="2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289800"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Hallucination is</a:t>
            </a:r>
            <a:endParaRPr lang="en-US" sz="4350" dirty="0"/>
          </a:p>
        </p:txBody>
      </p:sp>
      <p:sp>
        <p:nvSpPr>
          <p:cNvPr id="3" name="Text 1"/>
          <p:cNvSpPr/>
          <p:nvPr/>
        </p:nvSpPr>
        <p:spPr>
          <a:xfrm>
            <a:off x="5197748" y="727621"/>
            <a:ext cx="2520903"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E8604C"/>
                </a:solidFill>
                <a:latin typeface="Arial" pitchFamily="34" charset="0"/>
                <a:ea typeface="Arial" pitchFamily="34" charset="-122"/>
                <a:cs typeface="Arial" pitchFamily="34" charset="-120"/>
              </a:rPr>
              <a:t>plausible</a:t>
            </a:r>
            <a:endParaRPr lang="en-US" sz="4350" dirty="0"/>
          </a:p>
        </p:txBody>
      </p:sp>
      <p:sp>
        <p:nvSpPr>
          <p:cNvPr id="4" name="Text 2"/>
          <p:cNvSpPr/>
          <p:nvPr/>
        </p:nvSpPr>
        <p:spPr>
          <a:xfrm>
            <a:off x="1156246" y="2114833"/>
            <a:ext cx="15980287" cy="1417517"/>
          </a:xfrm>
          <a:prstGeom prst="rect">
            <a:avLst/>
          </a:prstGeom>
          <a:noFill/>
          <a:ln/>
        </p:spPr>
        <p:txBody>
          <a:bodyPr wrap="square" lIns="25400" tIns="25400" rIns="25400" bIns="25400" rtlCol="0" anchor="t">
            <a:normAutofit/>
          </a:bodyPr>
          <a:lstStyle/>
          <a:p>
            <a:pPr marL="0" indent="0" algn="ctr">
              <a:lnSpc>
                <a:spcPct val="106811"/>
              </a:lnSpc>
              <a:buNone/>
            </a:pPr>
            <a:r>
              <a:rPr lang="en-US" sz="2400" b="1" dirty="0">
                <a:solidFill>
                  <a:srgbClr val="123A4C"/>
                </a:solidFill>
                <a:latin typeface="Arial" pitchFamily="34" charset="0"/>
                <a:ea typeface="Arial" pitchFamily="34" charset="-122"/>
                <a:cs typeface="Arial" pitchFamily="34" charset="-120"/>
              </a:rPr>
              <a:t>Output that is fluent, grammatically correct, confident and wrong - contains inaccuracies or fabricated details.</a:t>
            </a:r>
            <a:endParaRPr lang="en-US" sz="2400" dirty="0"/>
          </a:p>
        </p:txBody>
      </p:sp>
      <p:sp>
        <p:nvSpPr>
          <p:cNvPr id="6" name="Shape 4"/>
          <p:cNvSpPr/>
          <p:nvPr/>
        </p:nvSpPr>
        <p:spPr>
          <a:xfrm>
            <a:off x="0" y="8897243"/>
            <a:ext cx="18288000" cy="1389683"/>
          </a:xfrm>
          <a:prstGeom prst="rect">
            <a:avLst/>
          </a:prstGeom>
          <a:solidFill>
            <a:srgbClr val="FCEDEA"/>
          </a:solidFill>
          <a:ln/>
        </p:spPr>
        <p:txBody>
          <a:bodyPr/>
          <a:lstStyle/>
          <a:p>
            <a:endParaRPr lang="en-GB"/>
          </a:p>
        </p:txBody>
      </p:sp>
      <p:sp>
        <p:nvSpPr>
          <p:cNvPr id="7" name="Text 5"/>
          <p:cNvSpPr/>
          <p:nvPr/>
        </p:nvSpPr>
        <p:spPr>
          <a:xfrm>
            <a:off x="1156246" y="9424913"/>
            <a:ext cx="18655218" cy="484584"/>
          </a:xfrm>
          <a:prstGeom prst="rect">
            <a:avLst/>
          </a:prstGeom>
          <a:noFill/>
          <a:ln/>
        </p:spPr>
        <p:txBody>
          <a:bodyPr wrap="square" lIns="25400" tIns="25400" rIns="25400" bIns="25400" rtlCol="0" anchor="t">
            <a:normAutofit/>
          </a:bodyPr>
          <a:lstStyle/>
          <a:p>
            <a:pPr marL="0" indent="0" algn="l">
              <a:lnSpc>
                <a:spcPct val="126703"/>
              </a:lnSpc>
              <a:buNone/>
            </a:pPr>
            <a:r>
              <a:rPr lang="en-US" sz="2400" b="1" dirty="0">
                <a:solidFill>
                  <a:srgbClr val="123A4C"/>
                </a:solidFill>
                <a:latin typeface="Arial" pitchFamily="34" charset="0"/>
                <a:ea typeface="Arial" pitchFamily="34" charset="-122"/>
                <a:cs typeface="Arial" pitchFamily="34" charset="-120"/>
              </a:rPr>
              <a:t>Hallucination isn't some bug sitting in the code. It's a direct consequence of how the model was trained.</a:t>
            </a:r>
            <a:endParaRPr lang="en-US" sz="2400" dirty="0"/>
          </a:p>
        </p:txBody>
      </p:sp>
      <p:pic>
        <p:nvPicPr>
          <p:cNvPr id="8" name="Image 0" descr="preencoded.png"/>
          <p:cNvPicPr>
            <a:picLocks noChangeAspect="1"/>
          </p:cNvPicPr>
          <p:nvPr/>
        </p:nvPicPr>
        <p:blipFill>
          <a:blip r:embed="rId3"/>
          <a:stretch>
            <a:fillRect/>
          </a:stretch>
        </p:blipFill>
        <p:spPr>
          <a:xfrm>
            <a:off x="5044438" y="3942112"/>
            <a:ext cx="9258586" cy="1597755"/>
          </a:xfrm>
          <a:prstGeom prst="rect">
            <a:avLst/>
          </a:prstGeom>
        </p:spPr>
      </p:pic>
      <p:pic>
        <p:nvPicPr>
          <p:cNvPr id="11" name="Picture 10">
            <a:extLst>
              <a:ext uri="{FF2B5EF4-FFF2-40B4-BE49-F238E27FC236}">
                <a16:creationId xmlns:a16="http://schemas.microsoft.com/office/drawing/2014/main" id="{BFD5A513-69D5-F732-64A2-E5171D93F620}"/>
              </a:ext>
            </a:extLst>
          </p:cNvPr>
          <p:cNvPicPr>
            <a:picLocks noChangeAspect="1"/>
          </p:cNvPicPr>
          <p:nvPr/>
        </p:nvPicPr>
        <p:blipFill>
          <a:blip r:embed="rId4"/>
          <a:srcRect t="29111"/>
          <a:stretch>
            <a:fillRect/>
          </a:stretch>
        </p:blipFill>
        <p:spPr>
          <a:xfrm>
            <a:off x="5044437" y="6180968"/>
            <a:ext cx="9258586" cy="1597755"/>
          </a:xfrm>
          <a:prstGeom prst="rect">
            <a:avLst/>
          </a:prstGeom>
        </p:spPr>
      </p:pic>
      <p:pic>
        <p:nvPicPr>
          <p:cNvPr id="13" name="Picture 12">
            <a:extLst>
              <a:ext uri="{FF2B5EF4-FFF2-40B4-BE49-F238E27FC236}">
                <a16:creationId xmlns:a16="http://schemas.microsoft.com/office/drawing/2014/main" id="{B56CAE11-18F7-A5C7-801A-18132221972E}"/>
              </a:ext>
            </a:extLst>
          </p:cNvPr>
          <p:cNvPicPr>
            <a:picLocks noChangeAspect="1"/>
          </p:cNvPicPr>
          <p:nvPr/>
        </p:nvPicPr>
        <p:blipFill>
          <a:blip r:embed="rId5"/>
          <a:stretch>
            <a:fillRect/>
          </a:stretch>
        </p:blipFill>
        <p:spPr>
          <a:xfrm>
            <a:off x="3479515" y="3942112"/>
            <a:ext cx="1564922" cy="1564922"/>
          </a:xfrm>
          <a:prstGeom prst="rect">
            <a:avLst/>
          </a:prstGeom>
        </p:spPr>
      </p:pic>
      <p:pic>
        <p:nvPicPr>
          <p:cNvPr id="15" name="Picture 14">
            <a:extLst>
              <a:ext uri="{FF2B5EF4-FFF2-40B4-BE49-F238E27FC236}">
                <a16:creationId xmlns:a16="http://schemas.microsoft.com/office/drawing/2014/main" id="{EEA31837-CBED-A75F-E116-BC4A3FBCCE1B}"/>
              </a:ext>
            </a:extLst>
          </p:cNvPr>
          <p:cNvPicPr>
            <a:picLocks noChangeAspect="1"/>
          </p:cNvPicPr>
          <p:nvPr/>
        </p:nvPicPr>
        <p:blipFill>
          <a:blip r:embed="rId6"/>
          <a:stretch>
            <a:fillRect/>
          </a:stretch>
        </p:blipFill>
        <p:spPr>
          <a:xfrm>
            <a:off x="3684959" y="6409532"/>
            <a:ext cx="1173552" cy="11735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6070402"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Spot the hallucination</a:t>
            </a:r>
            <a:endParaRPr lang="en-US" sz="4350" dirty="0"/>
          </a:p>
        </p:txBody>
      </p:sp>
      <p:sp>
        <p:nvSpPr>
          <p:cNvPr id="3" name="Text 1"/>
          <p:cNvSpPr/>
          <p:nvPr/>
        </p:nvSpPr>
        <p:spPr>
          <a:xfrm>
            <a:off x="1143000" y="1638300"/>
            <a:ext cx="17602200" cy="495300"/>
          </a:xfrm>
          <a:prstGeom prst="rect">
            <a:avLst/>
          </a:prstGeom>
          <a:noFill/>
          <a:ln/>
        </p:spPr>
        <p:txBody>
          <a:bodyPr wrap="square" lIns="25400" tIns="25400" rIns="25400" bIns="25400" rtlCol="0" anchor="t">
            <a:normAutofit/>
          </a:bodyPr>
          <a:lstStyle/>
          <a:p>
            <a:pPr marL="0" indent="0" algn="l">
              <a:lnSpc>
                <a:spcPct val="129730"/>
              </a:lnSpc>
              <a:buNone/>
            </a:pPr>
            <a:r>
              <a:rPr lang="en-US" sz="2400" dirty="0">
                <a:solidFill>
                  <a:srgbClr val="123A4C"/>
                </a:solidFill>
                <a:latin typeface="Arial" pitchFamily="34" charset="0"/>
                <a:ea typeface="Arial" pitchFamily="34" charset="-122"/>
                <a:cs typeface="Arial" pitchFamily="34" charset="-120"/>
              </a:rPr>
              <a:t>Generated in response to “summarise what is known about metformin”. </a:t>
            </a:r>
            <a:r>
              <a:rPr lang="en-US" sz="2400" b="1" dirty="0">
                <a:solidFill>
                  <a:srgbClr val="123A4C"/>
                </a:solidFill>
                <a:latin typeface="Arial" pitchFamily="34" charset="0"/>
                <a:ea typeface="Arial" pitchFamily="34" charset="-122"/>
                <a:cs typeface="Arial" pitchFamily="34" charset="-120"/>
              </a:rPr>
              <a:t>Three claims here should stop you. </a:t>
            </a:r>
            <a:r>
              <a:rPr lang="en-US" sz="2400" dirty="0">
                <a:solidFill>
                  <a:srgbClr val="123A4C"/>
                </a:solidFill>
                <a:latin typeface="Arial" pitchFamily="34" charset="0"/>
                <a:ea typeface="Arial" pitchFamily="34" charset="-122"/>
                <a:cs typeface="Arial" pitchFamily="34" charset="-120"/>
              </a:rPr>
              <a:t>Which?</a:t>
            </a:r>
            <a:endParaRPr lang="en-US" sz="2400" dirty="0"/>
          </a:p>
        </p:txBody>
      </p:sp>
      <p:sp>
        <p:nvSpPr>
          <p:cNvPr id="4" name="Shape 2"/>
          <p:cNvSpPr/>
          <p:nvPr/>
        </p:nvSpPr>
        <p:spPr>
          <a:xfrm>
            <a:off x="1143000" y="2628900"/>
            <a:ext cx="16002000" cy="3890665"/>
          </a:xfrm>
          <a:prstGeom prst="rect">
            <a:avLst/>
          </a:prstGeom>
          <a:solidFill>
            <a:srgbClr val="F1F5F7"/>
          </a:solidFill>
          <a:ln/>
        </p:spPr>
        <p:txBody>
          <a:bodyPr/>
          <a:lstStyle/>
          <a:p>
            <a:endParaRPr lang="en-GB"/>
          </a:p>
        </p:txBody>
      </p:sp>
      <p:sp>
        <p:nvSpPr>
          <p:cNvPr id="5" name="Text 3"/>
          <p:cNvSpPr/>
          <p:nvPr/>
        </p:nvSpPr>
        <p:spPr>
          <a:xfrm>
            <a:off x="1828800" y="3238500"/>
            <a:ext cx="15110460" cy="2709565"/>
          </a:xfrm>
          <a:prstGeom prst="rect">
            <a:avLst/>
          </a:prstGeom>
          <a:noFill/>
          <a:ln/>
        </p:spPr>
        <p:txBody>
          <a:bodyPr wrap="square" lIns="25400" tIns="25400" rIns="25400" bIns="25400" rtlCol="0" anchor="t">
            <a:normAutofit lnSpcReduction="10000"/>
          </a:bodyPr>
          <a:lstStyle/>
          <a:p>
            <a:pPr marL="0" indent="0" algn="l">
              <a:lnSpc>
                <a:spcPct val="143846"/>
              </a:lnSpc>
              <a:buNone/>
            </a:pPr>
            <a:r>
              <a:rPr lang="en-US" sz="2550" dirty="0">
                <a:solidFill>
                  <a:srgbClr val="123A4C"/>
                </a:solidFill>
                <a:highlight>
                  <a:srgbClr val="F1F5F7"/>
                </a:highlight>
                <a:latin typeface="Arial" pitchFamily="34" charset="0"/>
                <a:ea typeface="Arial" pitchFamily="34" charset="-122"/>
                <a:cs typeface="Arial" pitchFamily="34" charset="-120"/>
              </a:rPr>
              <a:t>Metformin remains first-line pharmacotherapy for type 2 diabetes, acting primarily through inhibition of hepatic gluconeogenesis via AMPK activation. A 2019 randomised trial in </a:t>
            </a:r>
            <a:r>
              <a:rPr lang="en-US" sz="2550" i="1" dirty="0">
                <a:solidFill>
                  <a:srgbClr val="123A4C"/>
                </a:solidFill>
                <a:latin typeface="Arial" pitchFamily="34" charset="0"/>
                <a:ea typeface="Arial" pitchFamily="34" charset="-122"/>
                <a:cs typeface="Arial" pitchFamily="34" charset="-120"/>
              </a:rPr>
              <a:t>The Lancet </a:t>
            </a:r>
            <a:r>
              <a:rPr lang="en-US" sz="2550" dirty="0">
                <a:solidFill>
                  <a:srgbClr val="123A4C"/>
                </a:solidFill>
                <a:highlight>
                  <a:srgbClr val="F1F5F7"/>
                </a:highlight>
                <a:latin typeface="Arial" pitchFamily="34" charset="0"/>
                <a:ea typeface="Arial" pitchFamily="34" charset="-122"/>
                <a:cs typeface="Arial" pitchFamily="34" charset="-120"/>
              </a:rPr>
              <a:t>(Karlsson et al., 393:1502–1511) reported a 34.7% reduction in major cardiovascular events over 4.2 years of follow-up. The drug is contraindicated below an eGFR of 30 mL/min/1.73 m², and the </a:t>
            </a:r>
            <a:r>
              <a:rPr lang="en-US" sz="2550" i="1" dirty="0">
                <a:solidFill>
                  <a:srgbClr val="123A4C"/>
                </a:solidFill>
                <a:latin typeface="Arial" pitchFamily="34" charset="0"/>
                <a:ea typeface="Arial" pitchFamily="34" charset="-122"/>
                <a:cs typeface="Arial" pitchFamily="34" charset="-120"/>
              </a:rPr>
              <a:t>TCF7L2 </a:t>
            </a:r>
            <a:r>
              <a:rPr lang="en-US" sz="2550" dirty="0">
                <a:solidFill>
                  <a:srgbClr val="123A4C"/>
                </a:solidFill>
                <a:highlight>
                  <a:srgbClr val="F1F5F7"/>
                </a:highlight>
                <a:latin typeface="Arial" pitchFamily="34" charset="0"/>
                <a:ea typeface="Arial" pitchFamily="34" charset="-122"/>
                <a:cs typeface="Arial" pitchFamily="34" charset="-120"/>
              </a:rPr>
              <a:t>variant on chromosome 11 is the strongest common genetic predictor of treatment response.</a:t>
            </a:r>
            <a:endParaRPr lang="en-US" sz="2550" dirty="0"/>
          </a:p>
        </p:txBody>
      </p:sp>
      <p:sp>
        <p:nvSpPr>
          <p:cNvPr id="10" name="Shape 4">
            <a:extLst>
              <a:ext uri="{FF2B5EF4-FFF2-40B4-BE49-F238E27FC236}">
                <a16:creationId xmlns:a16="http://schemas.microsoft.com/office/drawing/2014/main" id="{3D2279F4-996E-8C41-47FC-BEAF391B18F5}"/>
              </a:ext>
            </a:extLst>
          </p:cNvPr>
          <p:cNvSpPr/>
          <p:nvPr/>
        </p:nvSpPr>
        <p:spPr>
          <a:xfrm>
            <a:off x="0" y="7200043"/>
            <a:ext cx="18288000" cy="1390650"/>
          </a:xfrm>
          <a:prstGeom prst="rect">
            <a:avLst/>
          </a:prstGeom>
          <a:solidFill>
            <a:srgbClr val="FCEDEA"/>
          </a:solidFill>
          <a:ln/>
        </p:spPr>
        <p:txBody>
          <a:bodyPr/>
          <a:lstStyle/>
          <a:p>
            <a:endParaRPr lang="en-GB"/>
          </a:p>
        </p:txBody>
      </p:sp>
      <p:sp>
        <p:nvSpPr>
          <p:cNvPr id="11" name="Text 5">
            <a:extLst>
              <a:ext uri="{FF2B5EF4-FFF2-40B4-BE49-F238E27FC236}">
                <a16:creationId xmlns:a16="http://schemas.microsoft.com/office/drawing/2014/main" id="{68AA7800-85BB-8BC0-C7F1-B802DFCE8F69}"/>
              </a:ext>
            </a:extLst>
          </p:cNvPr>
          <p:cNvSpPr/>
          <p:nvPr/>
        </p:nvSpPr>
        <p:spPr>
          <a:xfrm>
            <a:off x="1143000" y="7696578"/>
            <a:ext cx="15533385" cy="390525"/>
          </a:xfrm>
          <a:prstGeom prst="rect">
            <a:avLst/>
          </a:prstGeom>
          <a:noFill/>
          <a:ln/>
        </p:spPr>
        <p:txBody>
          <a:bodyPr wrap="square" lIns="25400" tIns="25400" rIns="25400" bIns="25400" rtlCol="0" anchor="t">
            <a:normAutofit lnSpcReduction="10000"/>
          </a:bodyPr>
          <a:lstStyle/>
          <a:p>
            <a:pPr marL="0" indent="0" algn="ctr">
              <a:buNone/>
            </a:pPr>
            <a:r>
              <a:rPr lang="en-US" sz="2400" b="1" dirty="0">
                <a:solidFill>
                  <a:srgbClr val="123A4C"/>
                </a:solidFill>
                <a:latin typeface="Arial" pitchFamily="34" charset="0"/>
                <a:ea typeface="Arial" pitchFamily="34" charset="-122"/>
                <a:cs typeface="Arial" pitchFamily="34" charset="-120"/>
              </a:rPr>
              <a:t>Nothing in the prose gives it away. True and fabricated claims are mixed in sentence by sentence.</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a:extLst>
              <a:ext uri="{FF2B5EF4-FFF2-40B4-BE49-F238E27FC236}">
                <a16:creationId xmlns:a16="http://schemas.microsoft.com/office/drawing/2014/main" id="{4A8F84A5-34E3-0EDC-C2AB-F37941C366A3}"/>
              </a:ext>
            </a:extLst>
          </p:cNvPr>
          <p:cNvSpPr/>
          <p:nvPr/>
        </p:nvSpPr>
        <p:spPr>
          <a:xfrm>
            <a:off x="0" y="7200043"/>
            <a:ext cx="18288000" cy="1390650"/>
          </a:xfrm>
          <a:prstGeom prst="rect">
            <a:avLst/>
          </a:prstGeom>
          <a:solidFill>
            <a:srgbClr val="FCEDEA"/>
          </a:solidFill>
          <a:ln/>
        </p:spPr>
        <p:txBody>
          <a:bodyPr/>
          <a:lstStyle/>
          <a:p>
            <a:endParaRPr lang="en-GB"/>
          </a:p>
        </p:txBody>
      </p:sp>
      <p:sp>
        <p:nvSpPr>
          <p:cNvPr id="3" name="TextBox 2">
            <a:extLst>
              <a:ext uri="{FF2B5EF4-FFF2-40B4-BE49-F238E27FC236}">
                <a16:creationId xmlns:a16="http://schemas.microsoft.com/office/drawing/2014/main" id="{DC380DDB-EEA5-F77C-35BB-649E15656A65}"/>
              </a:ext>
            </a:extLst>
          </p:cNvPr>
          <p:cNvSpPr txBox="1"/>
          <p:nvPr/>
        </p:nvSpPr>
        <p:spPr>
          <a:xfrm>
            <a:off x="936978" y="652060"/>
            <a:ext cx="12112978" cy="761747"/>
          </a:xfrm>
          <a:prstGeom prst="rect">
            <a:avLst/>
          </a:prstGeom>
          <a:noFill/>
        </p:spPr>
        <p:txBody>
          <a:bodyPr wrap="square">
            <a:spAutoFit/>
          </a:bodyPr>
          <a:lstStyle/>
          <a:p>
            <a:r>
              <a:rPr lang="en-US" sz="4350" b="1" kern="0" spc="-90" dirty="0">
                <a:solidFill>
                  <a:srgbClr val="123A4C"/>
                </a:solidFill>
                <a:latin typeface="Arial" pitchFamily="34" charset="0"/>
                <a:ea typeface="Arial" pitchFamily="34" charset="-122"/>
                <a:cs typeface="Arial" pitchFamily="34" charset="-120"/>
              </a:rPr>
              <a:t>When LLM’s don’t know, they make stuff up</a:t>
            </a:r>
            <a:endParaRPr lang="en-GB" dirty="0"/>
          </a:p>
        </p:txBody>
      </p:sp>
      <p:sp>
        <p:nvSpPr>
          <p:cNvPr id="4" name="Text 3">
            <a:extLst>
              <a:ext uri="{FF2B5EF4-FFF2-40B4-BE49-F238E27FC236}">
                <a16:creationId xmlns:a16="http://schemas.microsoft.com/office/drawing/2014/main" id="{C7846796-CBD7-DE36-2942-00EEA8A9DCFA}"/>
              </a:ext>
            </a:extLst>
          </p:cNvPr>
          <p:cNvSpPr/>
          <p:nvPr/>
        </p:nvSpPr>
        <p:spPr>
          <a:xfrm>
            <a:off x="3079185" y="7416200"/>
            <a:ext cx="12609689" cy="907852"/>
          </a:xfrm>
          <a:prstGeom prst="rect">
            <a:avLst/>
          </a:prstGeom>
          <a:noFill/>
          <a:ln/>
        </p:spPr>
        <p:txBody>
          <a:bodyPr wrap="square" lIns="25400" tIns="25400" rIns="25400" bIns="25400" rtlCol="0" anchor="t">
            <a:noAutofit/>
          </a:bodyPr>
          <a:lstStyle/>
          <a:p>
            <a:pPr marL="0" indent="0" algn="l">
              <a:lnSpc>
                <a:spcPct val="123416"/>
              </a:lnSpc>
              <a:buNone/>
            </a:pPr>
            <a:r>
              <a:rPr lang="en-US" sz="2400" dirty="0">
                <a:solidFill>
                  <a:srgbClr val="123A4C"/>
                </a:solidFill>
                <a:latin typeface="Arial" pitchFamily="34" charset="0"/>
                <a:ea typeface="Arial" pitchFamily="34" charset="-122"/>
                <a:cs typeface="Arial" pitchFamily="34" charset="-120"/>
              </a:rPr>
              <a:t>A hallucination doesn't look like noise. It's internally consistent, correctly formatted, and written in the tone you expected, so it's </a:t>
            </a:r>
            <a:r>
              <a:rPr lang="en-US" sz="2400" b="1" dirty="0">
                <a:solidFill>
                  <a:srgbClr val="123A4C"/>
                </a:solidFill>
                <a:latin typeface="Arial" pitchFamily="34" charset="0"/>
                <a:ea typeface="Arial" pitchFamily="34" charset="-122"/>
                <a:cs typeface="Arial" pitchFamily="34" charset="-120"/>
              </a:rPr>
              <a:t>easy to miss and costly when you do</a:t>
            </a:r>
            <a:r>
              <a:rPr lang="en-US" sz="2400" dirty="0">
                <a:solidFill>
                  <a:srgbClr val="123A4C"/>
                </a:solidFill>
                <a:latin typeface="Arial" pitchFamily="34" charset="0"/>
                <a:ea typeface="Arial" pitchFamily="34" charset="-122"/>
                <a:cs typeface="Arial" pitchFamily="34" charset="-120"/>
              </a:rPr>
              <a:t>.</a:t>
            </a:r>
            <a:endParaRPr lang="en-US" sz="2400" dirty="0"/>
          </a:p>
        </p:txBody>
      </p:sp>
      <p:sp>
        <p:nvSpPr>
          <p:cNvPr id="5" name="Shape 2">
            <a:extLst>
              <a:ext uri="{FF2B5EF4-FFF2-40B4-BE49-F238E27FC236}">
                <a16:creationId xmlns:a16="http://schemas.microsoft.com/office/drawing/2014/main" id="{8DF67990-9640-0163-71A3-5D8AE65131EE}"/>
              </a:ext>
            </a:extLst>
          </p:cNvPr>
          <p:cNvSpPr/>
          <p:nvPr/>
        </p:nvSpPr>
        <p:spPr>
          <a:xfrm>
            <a:off x="1143000" y="2628900"/>
            <a:ext cx="16002000" cy="3890665"/>
          </a:xfrm>
          <a:prstGeom prst="rect">
            <a:avLst/>
          </a:prstGeom>
          <a:solidFill>
            <a:srgbClr val="F1F5F7"/>
          </a:solidFill>
          <a:ln/>
        </p:spPr>
        <p:txBody>
          <a:bodyPr/>
          <a:lstStyle/>
          <a:p>
            <a:endParaRPr lang="en-GB"/>
          </a:p>
        </p:txBody>
      </p:sp>
      <p:sp>
        <p:nvSpPr>
          <p:cNvPr id="6" name="Text 3">
            <a:extLst>
              <a:ext uri="{FF2B5EF4-FFF2-40B4-BE49-F238E27FC236}">
                <a16:creationId xmlns:a16="http://schemas.microsoft.com/office/drawing/2014/main" id="{21BD5596-BC89-0272-6DDA-FBD560688C64}"/>
              </a:ext>
            </a:extLst>
          </p:cNvPr>
          <p:cNvSpPr/>
          <p:nvPr/>
        </p:nvSpPr>
        <p:spPr>
          <a:xfrm>
            <a:off x="1828800" y="3238500"/>
            <a:ext cx="15110460" cy="2709565"/>
          </a:xfrm>
          <a:prstGeom prst="rect">
            <a:avLst/>
          </a:prstGeom>
          <a:noFill/>
          <a:ln/>
        </p:spPr>
        <p:txBody>
          <a:bodyPr wrap="square" lIns="25400" tIns="25400" rIns="25400" bIns="25400" rtlCol="0" anchor="t">
            <a:normAutofit lnSpcReduction="10000"/>
          </a:bodyPr>
          <a:lstStyle/>
          <a:p>
            <a:pPr marL="0" indent="0" algn="l">
              <a:lnSpc>
                <a:spcPct val="143846"/>
              </a:lnSpc>
              <a:buNone/>
            </a:pPr>
            <a:r>
              <a:rPr lang="en-US" sz="2550" dirty="0">
                <a:solidFill>
                  <a:srgbClr val="123A4C"/>
                </a:solidFill>
                <a:highlight>
                  <a:srgbClr val="F1F5F7"/>
                </a:highlight>
                <a:latin typeface="Arial" pitchFamily="34" charset="0"/>
                <a:ea typeface="Arial" pitchFamily="34" charset="-122"/>
                <a:cs typeface="Arial" pitchFamily="34" charset="-120"/>
              </a:rPr>
              <a:t>Metformin remains first-line pharmacotherapy for type 2 diabetes, acting primarily through inhibition of hepatic gluconeogenesis via AMPK activation. A 2019 randomised trial in </a:t>
            </a:r>
            <a:r>
              <a:rPr lang="en-US" sz="2550" i="1" dirty="0">
                <a:solidFill>
                  <a:srgbClr val="123A4C"/>
                </a:solidFill>
                <a:highlight>
                  <a:srgbClr val="FFFF00"/>
                </a:highlight>
                <a:latin typeface="Arial" pitchFamily="34" charset="0"/>
                <a:ea typeface="Arial" pitchFamily="34" charset="-122"/>
                <a:cs typeface="Arial" pitchFamily="34" charset="-120"/>
              </a:rPr>
              <a:t>The Lancet </a:t>
            </a:r>
            <a:r>
              <a:rPr lang="en-US" sz="2550" dirty="0">
                <a:solidFill>
                  <a:srgbClr val="123A4C"/>
                </a:solidFill>
                <a:highlight>
                  <a:srgbClr val="FFFF00"/>
                </a:highlight>
                <a:latin typeface="Arial" pitchFamily="34" charset="0"/>
                <a:ea typeface="Arial" pitchFamily="34" charset="-122"/>
                <a:cs typeface="Arial" pitchFamily="34" charset="-120"/>
              </a:rPr>
              <a:t>(Karlsson et al., 393:1502–1511) </a:t>
            </a:r>
            <a:r>
              <a:rPr lang="en-US" sz="2550" dirty="0">
                <a:solidFill>
                  <a:srgbClr val="123A4C"/>
                </a:solidFill>
                <a:highlight>
                  <a:srgbClr val="F1F5F7"/>
                </a:highlight>
                <a:latin typeface="Arial" pitchFamily="34" charset="0"/>
                <a:ea typeface="Arial" pitchFamily="34" charset="-122"/>
                <a:cs typeface="Arial" pitchFamily="34" charset="-120"/>
              </a:rPr>
              <a:t>reported a </a:t>
            </a:r>
            <a:r>
              <a:rPr lang="en-US" sz="2550" dirty="0">
                <a:solidFill>
                  <a:srgbClr val="123A4C"/>
                </a:solidFill>
                <a:highlight>
                  <a:srgbClr val="FFFF00"/>
                </a:highlight>
                <a:latin typeface="Arial" pitchFamily="34" charset="0"/>
                <a:ea typeface="Arial" pitchFamily="34" charset="-122"/>
                <a:cs typeface="Arial" pitchFamily="34" charset="-120"/>
              </a:rPr>
              <a:t>34.7% reduction in major cardiovascular events over 4.2 years </a:t>
            </a:r>
            <a:r>
              <a:rPr lang="en-US" sz="2550" dirty="0">
                <a:solidFill>
                  <a:srgbClr val="123A4C"/>
                </a:solidFill>
                <a:highlight>
                  <a:srgbClr val="F1F5F7"/>
                </a:highlight>
                <a:latin typeface="Arial" pitchFamily="34" charset="0"/>
                <a:ea typeface="Arial" pitchFamily="34" charset="-122"/>
                <a:cs typeface="Arial" pitchFamily="34" charset="-120"/>
              </a:rPr>
              <a:t>of follow-up. The drug is contraindicated below an eGFR of 30 mL/min/1.73 m², and the </a:t>
            </a:r>
            <a:r>
              <a:rPr lang="en-US" sz="2550" i="1" dirty="0">
                <a:solidFill>
                  <a:srgbClr val="123A4C"/>
                </a:solidFill>
                <a:latin typeface="Arial" pitchFamily="34" charset="0"/>
                <a:ea typeface="Arial" pitchFamily="34" charset="-122"/>
                <a:cs typeface="Arial" pitchFamily="34" charset="-120"/>
              </a:rPr>
              <a:t>TCF7L2 </a:t>
            </a:r>
            <a:r>
              <a:rPr lang="en-US" sz="2550" dirty="0">
                <a:solidFill>
                  <a:srgbClr val="123A4C"/>
                </a:solidFill>
                <a:highlight>
                  <a:srgbClr val="F1F5F7"/>
                </a:highlight>
                <a:latin typeface="Arial" pitchFamily="34" charset="0"/>
                <a:ea typeface="Arial" pitchFamily="34" charset="-122"/>
                <a:cs typeface="Arial" pitchFamily="34" charset="-120"/>
              </a:rPr>
              <a:t>variant on </a:t>
            </a:r>
            <a:r>
              <a:rPr lang="en-US" sz="2550" dirty="0">
                <a:solidFill>
                  <a:srgbClr val="123A4C"/>
                </a:solidFill>
                <a:highlight>
                  <a:srgbClr val="FFFF00"/>
                </a:highlight>
                <a:latin typeface="Arial" pitchFamily="34" charset="0"/>
                <a:ea typeface="Arial" pitchFamily="34" charset="-122"/>
                <a:cs typeface="Arial" pitchFamily="34" charset="-120"/>
              </a:rPr>
              <a:t>chromosome 11 </a:t>
            </a:r>
            <a:r>
              <a:rPr lang="en-US" sz="2550" dirty="0">
                <a:solidFill>
                  <a:srgbClr val="123A4C"/>
                </a:solidFill>
                <a:highlight>
                  <a:srgbClr val="F1F5F7"/>
                </a:highlight>
                <a:latin typeface="Arial" pitchFamily="34" charset="0"/>
                <a:ea typeface="Arial" pitchFamily="34" charset="-122"/>
                <a:cs typeface="Arial" pitchFamily="34" charset="-120"/>
              </a:rPr>
              <a:t>is the strongest common genetic predictor of treatment response.</a:t>
            </a:r>
            <a:endParaRPr lang="en-US" sz="2550" dirty="0"/>
          </a:p>
        </p:txBody>
      </p:sp>
    </p:spTree>
    <p:extLst>
      <p:ext uri="{BB962C8B-B14F-4D97-AF65-F5344CB8AC3E}">
        <p14:creationId xmlns:p14="http://schemas.microsoft.com/office/powerpoint/2010/main" val="393053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5433812"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Two kinds of wrong</a:t>
            </a:r>
            <a:endParaRPr lang="en-US" sz="4350" dirty="0"/>
          </a:p>
        </p:txBody>
      </p:sp>
      <p:sp>
        <p:nvSpPr>
          <p:cNvPr id="3" name="Text 1"/>
          <p:cNvSpPr/>
          <p:nvPr/>
        </p:nvSpPr>
        <p:spPr>
          <a:xfrm>
            <a:off x="1126612" y="2160607"/>
            <a:ext cx="4264015" cy="319088"/>
          </a:xfrm>
          <a:prstGeom prst="rect">
            <a:avLst/>
          </a:prstGeom>
          <a:noFill/>
          <a:ln/>
        </p:spPr>
        <p:txBody>
          <a:bodyPr wrap="none" lIns="25400" tIns="25400" rIns="25400" bIns="25400" rtlCol="0" anchor="t">
            <a:normAutofit fontScale="92500" lnSpcReduction="10000"/>
          </a:bodyPr>
          <a:lstStyle/>
          <a:p>
            <a:pPr marL="0" indent="0" algn="l">
              <a:buNone/>
            </a:pPr>
            <a:r>
              <a:rPr lang="en-US" sz="2002" b="1" kern="0" spc="150" dirty="0">
                <a:solidFill>
                  <a:srgbClr val="C24A36"/>
                </a:solidFill>
                <a:latin typeface="Arial" pitchFamily="34" charset="0"/>
                <a:ea typeface="Arial" pitchFamily="34" charset="-122"/>
                <a:cs typeface="Arial" pitchFamily="34" charset="-120"/>
              </a:rPr>
              <a:t>FAITHFULNESS · INTRINSIC</a:t>
            </a:r>
            <a:endParaRPr lang="en-US" sz="2002" dirty="0"/>
          </a:p>
        </p:txBody>
      </p:sp>
      <p:sp>
        <p:nvSpPr>
          <p:cNvPr id="4" name="Text 2"/>
          <p:cNvSpPr/>
          <p:nvPr/>
        </p:nvSpPr>
        <p:spPr>
          <a:xfrm>
            <a:off x="1126612" y="2884507"/>
            <a:ext cx="8873900" cy="404143"/>
          </a:xfrm>
          <a:prstGeom prst="rect">
            <a:avLst/>
          </a:prstGeom>
          <a:noFill/>
          <a:ln/>
        </p:spPr>
        <p:txBody>
          <a:bodyPr wrap="square" lIns="25400" tIns="25400" rIns="25400" bIns="25400" rtlCol="0" anchor="t">
            <a:normAutofit lnSpcReduction="10000"/>
          </a:bodyPr>
          <a:lstStyle/>
          <a:p>
            <a:pPr marL="0" indent="0" algn="l">
              <a:lnSpc>
                <a:spcPct val="103870"/>
              </a:lnSpc>
              <a:buNone/>
            </a:pPr>
            <a:r>
              <a:rPr lang="en-US" sz="2400" b="1" dirty="0">
                <a:solidFill>
                  <a:srgbClr val="123A4C"/>
                </a:solidFill>
                <a:latin typeface="Arial" pitchFamily="34" charset="0"/>
                <a:ea typeface="Arial" pitchFamily="34" charset="-122"/>
                <a:cs typeface="Arial" pitchFamily="34" charset="-120"/>
              </a:rPr>
              <a:t>It contradicts the source you gave it.</a:t>
            </a:r>
            <a:endParaRPr lang="en-US" sz="2400" dirty="0"/>
          </a:p>
        </p:txBody>
      </p:sp>
      <p:sp>
        <p:nvSpPr>
          <p:cNvPr id="5" name="Text 3"/>
          <p:cNvSpPr/>
          <p:nvPr/>
        </p:nvSpPr>
        <p:spPr>
          <a:xfrm>
            <a:off x="1126612" y="3547462"/>
            <a:ext cx="6594987" cy="964927"/>
          </a:xfrm>
          <a:prstGeom prst="rect">
            <a:avLst/>
          </a:prstGeom>
          <a:noFill/>
          <a:ln/>
        </p:spPr>
        <p:txBody>
          <a:bodyPr wrap="square" lIns="25400" tIns="25400" rIns="25400" bIns="25400" rtlCol="0" anchor="t">
            <a:normAutofit/>
          </a:bodyPr>
          <a:lstStyle/>
          <a:p>
            <a:pPr marL="0" indent="0" algn="l">
              <a:lnSpc>
                <a:spcPct val="135092"/>
              </a:lnSpc>
              <a:buNone/>
            </a:pPr>
            <a:r>
              <a:rPr lang="en-US" sz="2200" dirty="0">
                <a:solidFill>
                  <a:srgbClr val="5E7480"/>
                </a:solidFill>
                <a:latin typeface="Arial" pitchFamily="34" charset="0"/>
                <a:ea typeface="Arial" pitchFamily="34" charset="-122"/>
                <a:cs typeface="Arial" pitchFamily="34" charset="-120"/>
              </a:rPr>
              <a:t>Your paper says one thing; the summary says another.</a:t>
            </a:r>
            <a:endParaRPr lang="en-US" sz="2200" dirty="0"/>
          </a:p>
        </p:txBody>
      </p:sp>
      <p:sp>
        <p:nvSpPr>
          <p:cNvPr id="6" name="Text 4"/>
          <p:cNvSpPr/>
          <p:nvPr/>
        </p:nvSpPr>
        <p:spPr>
          <a:xfrm>
            <a:off x="1126612" y="4888552"/>
            <a:ext cx="6188588" cy="1410648"/>
          </a:xfrm>
          <a:prstGeom prst="rect">
            <a:avLst/>
          </a:prstGeom>
          <a:noFill/>
          <a:ln/>
        </p:spPr>
        <p:txBody>
          <a:bodyPr wrap="square" lIns="25400" tIns="25400" rIns="25400" bIns="25400" rtlCol="0" anchor="t">
            <a:normAutofit/>
          </a:bodyPr>
          <a:lstStyle/>
          <a:p>
            <a:pPr marL="0" indent="0" algn="l">
              <a:lnSpc>
                <a:spcPct val="125751"/>
              </a:lnSpc>
              <a:buNone/>
            </a:pPr>
            <a:r>
              <a:rPr lang="en-US" sz="2400" b="1" dirty="0">
                <a:solidFill>
                  <a:srgbClr val="123A4C"/>
                </a:solidFill>
                <a:latin typeface="Arial" pitchFamily="34" charset="0"/>
                <a:ea typeface="Arial" pitchFamily="34" charset="-122"/>
                <a:cs typeface="Arial" pitchFamily="34" charset="-120"/>
              </a:rPr>
              <a:t>Check: </a:t>
            </a:r>
            <a:r>
              <a:rPr lang="en-US" sz="2400" dirty="0">
                <a:solidFill>
                  <a:srgbClr val="123A4C"/>
                </a:solidFill>
                <a:latin typeface="Arial" pitchFamily="34" charset="0"/>
                <a:ea typeface="Arial" pitchFamily="34" charset="-122"/>
                <a:cs typeface="Arial" pitchFamily="34" charset="-120"/>
              </a:rPr>
              <a:t>read it against your document</a:t>
            </a:r>
            <a:endParaRPr lang="en-US" sz="1200" dirty="0"/>
          </a:p>
        </p:txBody>
      </p:sp>
      <p:sp>
        <p:nvSpPr>
          <p:cNvPr id="7" name="Text 5"/>
          <p:cNvSpPr/>
          <p:nvPr/>
        </p:nvSpPr>
        <p:spPr>
          <a:xfrm>
            <a:off x="9432412" y="2160607"/>
            <a:ext cx="3937330" cy="319088"/>
          </a:xfrm>
          <a:prstGeom prst="rect">
            <a:avLst/>
          </a:prstGeom>
          <a:noFill/>
          <a:ln/>
        </p:spPr>
        <p:txBody>
          <a:bodyPr wrap="none" lIns="25400" tIns="25400" rIns="25400" bIns="25400" rtlCol="0" anchor="t">
            <a:normAutofit fontScale="92500" lnSpcReduction="10000"/>
          </a:bodyPr>
          <a:lstStyle/>
          <a:p>
            <a:pPr marL="0" indent="0" algn="l">
              <a:buNone/>
            </a:pPr>
            <a:r>
              <a:rPr lang="en-US" sz="2002" b="1" kern="0" spc="150" dirty="0">
                <a:solidFill>
                  <a:srgbClr val="C24A36"/>
                </a:solidFill>
                <a:latin typeface="Arial" pitchFamily="34" charset="0"/>
                <a:ea typeface="Arial" pitchFamily="34" charset="-122"/>
                <a:cs typeface="Arial" pitchFamily="34" charset="-120"/>
              </a:rPr>
              <a:t>FACTUALITY · EXTRINSIC</a:t>
            </a:r>
            <a:endParaRPr lang="en-US" sz="2002" dirty="0"/>
          </a:p>
        </p:txBody>
      </p:sp>
      <p:sp>
        <p:nvSpPr>
          <p:cNvPr id="8" name="Text 6"/>
          <p:cNvSpPr/>
          <p:nvPr/>
        </p:nvSpPr>
        <p:spPr>
          <a:xfrm>
            <a:off x="9432412" y="2884507"/>
            <a:ext cx="8873900" cy="404143"/>
          </a:xfrm>
          <a:prstGeom prst="rect">
            <a:avLst/>
          </a:prstGeom>
          <a:noFill/>
          <a:ln/>
        </p:spPr>
        <p:txBody>
          <a:bodyPr wrap="square" lIns="25400" tIns="25400" rIns="25400" bIns="25400" rtlCol="0" anchor="t">
            <a:normAutofit lnSpcReduction="10000"/>
          </a:bodyPr>
          <a:lstStyle/>
          <a:p>
            <a:pPr marL="0" indent="0" algn="l">
              <a:lnSpc>
                <a:spcPct val="103870"/>
              </a:lnSpc>
              <a:buNone/>
            </a:pPr>
            <a:r>
              <a:rPr lang="en-US" sz="2400" b="1" dirty="0">
                <a:solidFill>
                  <a:srgbClr val="123A4C"/>
                </a:solidFill>
                <a:latin typeface="Arial" pitchFamily="34" charset="0"/>
                <a:ea typeface="Arial" pitchFamily="34" charset="-122"/>
                <a:cs typeface="Arial" pitchFamily="34" charset="-120"/>
              </a:rPr>
              <a:t>It contradicts the world, with no source at all.</a:t>
            </a:r>
            <a:endParaRPr lang="en-US" sz="2400" dirty="0"/>
          </a:p>
        </p:txBody>
      </p:sp>
      <p:sp>
        <p:nvSpPr>
          <p:cNvPr id="9" name="Text 7"/>
          <p:cNvSpPr/>
          <p:nvPr/>
        </p:nvSpPr>
        <p:spPr>
          <a:xfrm>
            <a:off x="9432412" y="3547462"/>
            <a:ext cx="7557366" cy="787471"/>
          </a:xfrm>
          <a:prstGeom prst="rect">
            <a:avLst/>
          </a:prstGeom>
          <a:noFill/>
          <a:ln/>
        </p:spPr>
        <p:txBody>
          <a:bodyPr wrap="square" lIns="25400" tIns="25400" rIns="25400" bIns="25400" rtlCol="0" anchor="t">
            <a:normAutofit fontScale="92500" lnSpcReduction="20000"/>
          </a:bodyPr>
          <a:lstStyle/>
          <a:p>
            <a:pPr marL="0" indent="0" algn="l">
              <a:lnSpc>
                <a:spcPct val="137773"/>
              </a:lnSpc>
              <a:buNone/>
            </a:pPr>
            <a:r>
              <a:rPr lang="en-US" sz="2200" dirty="0">
                <a:solidFill>
                  <a:srgbClr val="5E7480"/>
                </a:solidFill>
                <a:latin typeface="Arial" pitchFamily="34" charset="0"/>
                <a:ea typeface="Arial" pitchFamily="34" charset="-122"/>
                <a:cs typeface="Arial" pitchFamily="34" charset="-120"/>
              </a:rPr>
              <a:t>The invented citation. The wrong chromosome. Open-domain questions</a:t>
            </a:r>
            <a:endParaRPr lang="en-US" sz="2200" dirty="0"/>
          </a:p>
        </p:txBody>
      </p:sp>
      <p:sp>
        <p:nvSpPr>
          <p:cNvPr id="10" name="Text 8"/>
          <p:cNvSpPr/>
          <p:nvPr/>
        </p:nvSpPr>
        <p:spPr>
          <a:xfrm>
            <a:off x="9432412" y="4861614"/>
            <a:ext cx="8873900" cy="481236"/>
          </a:xfrm>
          <a:prstGeom prst="rect">
            <a:avLst/>
          </a:prstGeom>
          <a:noFill/>
          <a:ln/>
        </p:spPr>
        <p:txBody>
          <a:bodyPr wrap="square" lIns="25400" tIns="25400" rIns="25400" bIns="25400" rtlCol="0" anchor="t">
            <a:normAutofit/>
          </a:bodyPr>
          <a:lstStyle/>
          <a:p>
            <a:pPr marL="0" indent="0" algn="l">
              <a:lnSpc>
                <a:spcPct val="125751"/>
              </a:lnSpc>
              <a:buNone/>
            </a:pPr>
            <a:r>
              <a:rPr lang="en-US" sz="2400" b="1" dirty="0">
                <a:solidFill>
                  <a:srgbClr val="123A4C"/>
                </a:solidFill>
                <a:latin typeface="Arial" pitchFamily="34" charset="0"/>
                <a:ea typeface="Arial" pitchFamily="34" charset="-122"/>
                <a:cs typeface="Arial" pitchFamily="34" charset="-120"/>
              </a:rPr>
              <a:t>Check: </a:t>
            </a:r>
            <a:r>
              <a:rPr lang="en-US" sz="2400" dirty="0">
                <a:solidFill>
                  <a:srgbClr val="123A4C"/>
                </a:solidFill>
                <a:latin typeface="Arial" pitchFamily="34" charset="0"/>
                <a:ea typeface="Arial" pitchFamily="34" charset="-122"/>
                <a:cs typeface="Arial" pitchFamily="34" charset="-120"/>
              </a:rPr>
              <a:t>go out to PubMed, HGNC, the DOI, etc.</a:t>
            </a:r>
            <a:endParaRPr lang="en-US" sz="1200" dirty="0"/>
          </a:p>
        </p:txBody>
      </p:sp>
      <p:sp>
        <p:nvSpPr>
          <p:cNvPr id="11" name="Shape 9"/>
          <p:cNvSpPr/>
          <p:nvPr/>
        </p:nvSpPr>
        <p:spPr>
          <a:xfrm>
            <a:off x="0" y="6824698"/>
            <a:ext cx="18288000" cy="1297260"/>
          </a:xfrm>
          <a:prstGeom prst="rect">
            <a:avLst/>
          </a:prstGeom>
          <a:solidFill>
            <a:srgbClr val="FCEDEA"/>
          </a:solidFill>
          <a:ln/>
        </p:spPr>
        <p:txBody>
          <a:bodyPr/>
          <a:lstStyle/>
          <a:p>
            <a:endParaRPr lang="en-GB"/>
          </a:p>
        </p:txBody>
      </p:sp>
      <p:sp>
        <p:nvSpPr>
          <p:cNvPr id="12" name="Text 10"/>
          <p:cNvSpPr/>
          <p:nvPr/>
        </p:nvSpPr>
        <p:spPr>
          <a:xfrm>
            <a:off x="1156246" y="7314268"/>
            <a:ext cx="17531887" cy="431527"/>
          </a:xfrm>
          <a:prstGeom prst="rect">
            <a:avLst/>
          </a:prstGeom>
          <a:noFill/>
          <a:ln/>
        </p:spPr>
        <p:txBody>
          <a:bodyPr wrap="square" lIns="25400" tIns="25400" rIns="25400" bIns="25400" rtlCol="0" anchor="t">
            <a:normAutofit lnSpcReduction="10000"/>
          </a:bodyPr>
          <a:lstStyle/>
          <a:p>
            <a:pPr>
              <a:lnSpc>
                <a:spcPct val="111654"/>
              </a:lnSpc>
            </a:pPr>
            <a:r>
              <a:rPr lang="en-US" sz="2400" b="1" dirty="0">
                <a:solidFill>
                  <a:srgbClr val="123A4C"/>
                </a:solidFill>
                <a:latin typeface="Arial" pitchFamily="34" charset="0"/>
                <a:ea typeface="Arial" pitchFamily="34" charset="-122"/>
                <a:cs typeface="Arial" pitchFamily="34" charset="-120"/>
              </a:rPr>
              <a:t>Which one you have decides which check works. Re-reading never catches the second kind (e.g. metformin).</a:t>
            </a:r>
            <a:endParaRPr lang="en-US" sz="2400" dirty="0"/>
          </a:p>
        </p:txBody>
      </p:sp>
      <p:pic>
        <p:nvPicPr>
          <p:cNvPr id="14" name="Graphic 13" descr="High voltage with solid fill">
            <a:extLst>
              <a:ext uri="{FF2B5EF4-FFF2-40B4-BE49-F238E27FC236}">
                <a16:creationId xmlns:a16="http://schemas.microsoft.com/office/drawing/2014/main" id="{50E49E06-0577-379D-C6C5-A3CBE421C8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69742" y="1799220"/>
            <a:ext cx="914400" cy="914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30573" y="749573"/>
            <a:ext cx="5349249" cy="657225"/>
          </a:xfrm>
          <a:prstGeom prst="rect">
            <a:avLst/>
          </a:prstGeom>
          <a:noFill/>
          <a:ln/>
        </p:spPr>
        <p:txBody>
          <a:bodyPr wrap="square" lIns="25400" tIns="25400" rIns="25400" bIns="25400" rtlCol="0" anchor="t">
            <a:normAutofit/>
          </a:bodyPr>
          <a:lstStyle/>
          <a:p>
            <a:pPr marL="0" indent="0" algn="l">
              <a:lnSpc>
                <a:spcPct val="79555"/>
              </a:lnSpc>
              <a:buNone/>
            </a:pPr>
            <a:r>
              <a:rPr lang="en-US" sz="4350" b="1" kern="0" spc="-90" dirty="0">
                <a:solidFill>
                  <a:srgbClr val="123A4C"/>
                </a:solidFill>
                <a:latin typeface="Arial" pitchFamily="34" charset="0"/>
                <a:ea typeface="Arial" pitchFamily="34" charset="-122"/>
                <a:cs typeface="Arial" pitchFamily="34" charset="-120"/>
              </a:rPr>
              <a:t>Common examples</a:t>
            </a:r>
            <a:endParaRPr lang="en-US" sz="4350" dirty="0"/>
          </a:p>
        </p:txBody>
      </p:sp>
      <p:sp>
        <p:nvSpPr>
          <p:cNvPr id="3" name="Shape 1"/>
          <p:cNvSpPr/>
          <p:nvPr/>
        </p:nvSpPr>
        <p:spPr>
          <a:xfrm>
            <a:off x="1104900" y="2593628"/>
            <a:ext cx="13335000" cy="1681163"/>
          </a:xfrm>
          <a:prstGeom prst="rect">
            <a:avLst/>
          </a:prstGeom>
          <a:ln w="19050">
            <a:solidFill>
              <a:srgbClr val="E3E7E9"/>
            </a:solidFill>
            <a:prstDash val="solid"/>
          </a:ln>
        </p:spPr>
        <p:txBody>
          <a:bodyPr/>
          <a:lstStyle/>
          <a:p>
            <a:endParaRPr lang="en-GB"/>
          </a:p>
        </p:txBody>
      </p:sp>
      <p:sp>
        <p:nvSpPr>
          <p:cNvPr id="4" name="Text 2"/>
          <p:cNvSpPr/>
          <p:nvPr/>
        </p:nvSpPr>
        <p:spPr>
          <a:xfrm>
            <a:off x="1568723" y="2962201"/>
            <a:ext cx="14062790" cy="468139"/>
          </a:xfrm>
          <a:prstGeom prst="rect">
            <a:avLst/>
          </a:prstGeom>
          <a:noFill/>
          <a:ln/>
        </p:spPr>
        <p:txBody>
          <a:bodyPr wrap="square" lIns="25400" tIns="25400" rIns="25400" bIns="25400" rtlCol="0" anchor="t">
            <a:normAutofit lnSpcReduction="10000"/>
          </a:bodyPr>
          <a:lstStyle/>
          <a:p>
            <a:pPr marL="0" indent="0" algn="l">
              <a:lnSpc>
                <a:spcPct val="92973"/>
              </a:lnSpc>
              <a:buNone/>
            </a:pPr>
            <a:r>
              <a:rPr lang="en-US" sz="3150" b="1" dirty="0">
                <a:solidFill>
                  <a:srgbClr val="123A4C"/>
                </a:solidFill>
                <a:latin typeface="Arial" pitchFamily="34" charset="0"/>
                <a:ea typeface="Arial" pitchFamily="34" charset="-122"/>
                <a:cs typeface="Arial" pitchFamily="34" charset="-120"/>
              </a:rPr>
              <a:t>Fabricated research</a:t>
            </a:r>
            <a:endParaRPr lang="en-US" sz="3150" dirty="0"/>
          </a:p>
        </p:txBody>
      </p:sp>
      <p:sp>
        <p:nvSpPr>
          <p:cNvPr id="5" name="Text 3"/>
          <p:cNvSpPr/>
          <p:nvPr/>
        </p:nvSpPr>
        <p:spPr>
          <a:xfrm>
            <a:off x="1568723" y="3517478"/>
            <a:ext cx="14062790" cy="496639"/>
          </a:xfrm>
          <a:prstGeom prst="rect">
            <a:avLst/>
          </a:prstGeom>
          <a:noFill/>
          <a:ln/>
        </p:spPr>
        <p:txBody>
          <a:bodyPr wrap="square" lIns="25400" tIns="25400" rIns="25400" bIns="25400" rtlCol="0" anchor="t">
            <a:normAutofit/>
          </a:bodyPr>
          <a:lstStyle/>
          <a:p>
            <a:pPr marL="0" indent="0" algn="l">
              <a:lnSpc>
                <a:spcPct val="126184"/>
              </a:lnSpc>
              <a:buNone/>
            </a:pPr>
            <a:r>
              <a:rPr lang="en-US" sz="2475" dirty="0">
                <a:solidFill>
                  <a:srgbClr val="37474F"/>
                </a:solidFill>
                <a:latin typeface="Arial" pitchFamily="34" charset="0"/>
                <a:ea typeface="Arial" pitchFamily="34" charset="-122"/>
                <a:cs typeface="Arial" pitchFamily="34" charset="-120"/>
              </a:rPr>
              <a:t>Papers, authors, DOIs and citations that do not exist</a:t>
            </a:r>
            <a:endParaRPr lang="en-US" sz="2475" dirty="0"/>
          </a:p>
        </p:txBody>
      </p:sp>
      <p:sp>
        <p:nvSpPr>
          <p:cNvPr id="6" name="Shape 4"/>
          <p:cNvSpPr/>
          <p:nvPr/>
        </p:nvSpPr>
        <p:spPr>
          <a:xfrm>
            <a:off x="1104900" y="4579590"/>
            <a:ext cx="13335000" cy="1681163"/>
          </a:xfrm>
          <a:prstGeom prst="rect">
            <a:avLst/>
          </a:prstGeom>
          <a:ln w="19050">
            <a:solidFill>
              <a:srgbClr val="E3E7E9"/>
            </a:solidFill>
            <a:prstDash val="solid"/>
          </a:ln>
        </p:spPr>
        <p:txBody>
          <a:bodyPr/>
          <a:lstStyle/>
          <a:p>
            <a:endParaRPr lang="en-GB"/>
          </a:p>
        </p:txBody>
      </p:sp>
      <p:sp>
        <p:nvSpPr>
          <p:cNvPr id="7" name="Text 5"/>
          <p:cNvSpPr/>
          <p:nvPr/>
        </p:nvSpPr>
        <p:spPr>
          <a:xfrm>
            <a:off x="1568723" y="4948163"/>
            <a:ext cx="14062790" cy="468139"/>
          </a:xfrm>
          <a:prstGeom prst="rect">
            <a:avLst/>
          </a:prstGeom>
          <a:noFill/>
          <a:ln/>
        </p:spPr>
        <p:txBody>
          <a:bodyPr wrap="square" lIns="25400" tIns="25400" rIns="25400" bIns="25400" rtlCol="0" anchor="t">
            <a:normAutofit lnSpcReduction="10000"/>
          </a:bodyPr>
          <a:lstStyle/>
          <a:p>
            <a:pPr marL="0" indent="0" algn="l">
              <a:lnSpc>
                <a:spcPct val="92973"/>
              </a:lnSpc>
              <a:buNone/>
            </a:pPr>
            <a:r>
              <a:rPr lang="en-US" sz="3150" b="1" dirty="0">
                <a:solidFill>
                  <a:srgbClr val="123A4C"/>
                </a:solidFill>
                <a:latin typeface="Arial" pitchFamily="34" charset="0"/>
                <a:ea typeface="Arial" pitchFamily="34" charset="-122"/>
                <a:cs typeface="Arial" pitchFamily="34" charset="-120"/>
              </a:rPr>
              <a:t>Fake statistics</a:t>
            </a:r>
            <a:endParaRPr lang="en-US" sz="3150" dirty="0"/>
          </a:p>
        </p:txBody>
      </p:sp>
      <p:sp>
        <p:nvSpPr>
          <p:cNvPr id="8" name="Text 6"/>
          <p:cNvSpPr/>
          <p:nvPr/>
        </p:nvSpPr>
        <p:spPr>
          <a:xfrm>
            <a:off x="1568723" y="5502548"/>
            <a:ext cx="14062790" cy="496639"/>
          </a:xfrm>
          <a:prstGeom prst="rect">
            <a:avLst/>
          </a:prstGeom>
          <a:noFill/>
          <a:ln/>
        </p:spPr>
        <p:txBody>
          <a:bodyPr wrap="square" lIns="25400" tIns="25400" rIns="25400" bIns="25400" rtlCol="0" anchor="t">
            <a:normAutofit/>
          </a:bodyPr>
          <a:lstStyle/>
          <a:p>
            <a:pPr marL="0" indent="0" algn="l">
              <a:lnSpc>
                <a:spcPct val="126184"/>
              </a:lnSpc>
              <a:buNone/>
            </a:pPr>
            <a:r>
              <a:rPr lang="en-US" sz="2475" dirty="0">
                <a:solidFill>
                  <a:srgbClr val="37474F"/>
                </a:solidFill>
                <a:latin typeface="Arial" pitchFamily="34" charset="0"/>
                <a:ea typeface="Arial" pitchFamily="34" charset="-122"/>
                <a:cs typeface="Arial" pitchFamily="34" charset="-120"/>
              </a:rPr>
              <a:t>Precise-looking numbers, rates and percentages with no source</a:t>
            </a:r>
            <a:endParaRPr lang="en-US" sz="2475" dirty="0"/>
          </a:p>
        </p:txBody>
      </p:sp>
      <p:sp>
        <p:nvSpPr>
          <p:cNvPr id="9" name="Shape 7"/>
          <p:cNvSpPr/>
          <p:nvPr/>
        </p:nvSpPr>
        <p:spPr>
          <a:xfrm>
            <a:off x="1104900" y="6564585"/>
            <a:ext cx="13335000" cy="1681163"/>
          </a:xfrm>
          <a:prstGeom prst="rect">
            <a:avLst/>
          </a:prstGeom>
          <a:ln w="19050">
            <a:solidFill>
              <a:srgbClr val="E3E7E9"/>
            </a:solidFill>
            <a:prstDash val="solid"/>
          </a:ln>
        </p:spPr>
        <p:txBody>
          <a:bodyPr/>
          <a:lstStyle/>
          <a:p>
            <a:endParaRPr lang="en-GB"/>
          </a:p>
        </p:txBody>
      </p:sp>
      <p:sp>
        <p:nvSpPr>
          <p:cNvPr id="10" name="Text 8"/>
          <p:cNvSpPr/>
          <p:nvPr/>
        </p:nvSpPr>
        <p:spPr>
          <a:xfrm>
            <a:off x="1568723" y="6933158"/>
            <a:ext cx="14062790" cy="468139"/>
          </a:xfrm>
          <a:prstGeom prst="rect">
            <a:avLst/>
          </a:prstGeom>
          <a:noFill/>
          <a:ln/>
        </p:spPr>
        <p:txBody>
          <a:bodyPr wrap="square" lIns="25400" tIns="25400" rIns="25400" bIns="25400" rtlCol="0" anchor="t">
            <a:normAutofit lnSpcReduction="10000"/>
          </a:bodyPr>
          <a:lstStyle/>
          <a:p>
            <a:pPr marL="0" indent="0" algn="l">
              <a:lnSpc>
                <a:spcPct val="92973"/>
              </a:lnSpc>
              <a:buNone/>
            </a:pPr>
            <a:r>
              <a:rPr lang="en-US" sz="3150" b="1" dirty="0">
                <a:solidFill>
                  <a:srgbClr val="123A4C"/>
                </a:solidFill>
                <a:latin typeface="Arial" pitchFamily="34" charset="0"/>
                <a:ea typeface="Arial" pitchFamily="34" charset="-122"/>
                <a:cs typeface="Arial" pitchFamily="34" charset="-120"/>
              </a:rPr>
              <a:t>Wrong facts about people, events, etc.</a:t>
            </a:r>
            <a:endParaRPr lang="en-US" sz="3150" dirty="0"/>
          </a:p>
        </p:txBody>
      </p:sp>
      <p:sp>
        <p:nvSpPr>
          <p:cNvPr id="11" name="Text 9"/>
          <p:cNvSpPr/>
          <p:nvPr/>
        </p:nvSpPr>
        <p:spPr>
          <a:xfrm>
            <a:off x="1568723" y="7488510"/>
            <a:ext cx="14062790" cy="496639"/>
          </a:xfrm>
          <a:prstGeom prst="rect">
            <a:avLst/>
          </a:prstGeom>
          <a:noFill/>
          <a:ln/>
        </p:spPr>
        <p:txBody>
          <a:bodyPr wrap="square" lIns="25400" tIns="25400" rIns="25400" bIns="25400" rtlCol="0" anchor="t">
            <a:normAutofit/>
          </a:bodyPr>
          <a:lstStyle/>
          <a:p>
            <a:pPr marL="0" indent="0" algn="l">
              <a:lnSpc>
                <a:spcPct val="126184"/>
              </a:lnSpc>
              <a:buNone/>
            </a:pPr>
            <a:r>
              <a:rPr lang="en-US" sz="2475" dirty="0">
                <a:solidFill>
                  <a:srgbClr val="37474F"/>
                </a:solidFill>
                <a:latin typeface="Arial" pitchFamily="34" charset="0"/>
                <a:ea typeface="Arial" pitchFamily="34" charset="-122"/>
                <a:cs typeface="Arial" pitchFamily="34" charset="-120"/>
              </a:rPr>
              <a:t>Invented quotes, dates, affiliations and outcomes</a:t>
            </a:r>
            <a:endParaRPr lang="en-US" sz="2475" dirty="0"/>
          </a:p>
        </p:txBody>
      </p:sp>
      <p:sp>
        <p:nvSpPr>
          <p:cNvPr id="13" name="Shape 2">
            <a:extLst>
              <a:ext uri="{FF2B5EF4-FFF2-40B4-BE49-F238E27FC236}">
                <a16:creationId xmlns:a16="http://schemas.microsoft.com/office/drawing/2014/main" id="{B70F706E-D20B-0CCE-E7CA-13154606DAC7}"/>
              </a:ext>
            </a:extLst>
          </p:cNvPr>
          <p:cNvSpPr/>
          <p:nvPr/>
        </p:nvSpPr>
        <p:spPr>
          <a:xfrm>
            <a:off x="10930467" y="3876304"/>
            <a:ext cx="7357533" cy="2720652"/>
          </a:xfrm>
          <a:prstGeom prst="rect">
            <a:avLst/>
          </a:prstGeom>
          <a:solidFill>
            <a:srgbClr val="F1F5F7"/>
          </a:solidFill>
          <a:ln/>
        </p:spPr>
        <p:txBody>
          <a:bodyPr/>
          <a:lstStyle/>
          <a:p>
            <a:endParaRPr lang="en-GB"/>
          </a:p>
        </p:txBody>
      </p:sp>
      <p:sp>
        <p:nvSpPr>
          <p:cNvPr id="14" name="Text 3">
            <a:extLst>
              <a:ext uri="{FF2B5EF4-FFF2-40B4-BE49-F238E27FC236}">
                <a16:creationId xmlns:a16="http://schemas.microsoft.com/office/drawing/2014/main" id="{8621BABE-4C4A-F624-54EC-1084AA573121}"/>
              </a:ext>
            </a:extLst>
          </p:cNvPr>
          <p:cNvSpPr/>
          <p:nvPr/>
        </p:nvSpPr>
        <p:spPr>
          <a:xfrm>
            <a:off x="11222135" y="4289262"/>
            <a:ext cx="6947613" cy="1894736"/>
          </a:xfrm>
          <a:prstGeom prst="rect">
            <a:avLst/>
          </a:prstGeom>
          <a:noFill/>
          <a:ln/>
        </p:spPr>
        <p:txBody>
          <a:bodyPr wrap="square" lIns="25400" tIns="25400" rIns="25400" bIns="25400" rtlCol="0" anchor="t">
            <a:normAutofit fontScale="55000" lnSpcReduction="20000"/>
          </a:bodyPr>
          <a:lstStyle/>
          <a:p>
            <a:pPr marL="0" indent="0" algn="l">
              <a:lnSpc>
                <a:spcPct val="143846"/>
              </a:lnSpc>
              <a:buNone/>
            </a:pPr>
            <a:r>
              <a:rPr lang="en-US" sz="2550" dirty="0">
                <a:solidFill>
                  <a:srgbClr val="123A4C"/>
                </a:solidFill>
                <a:highlight>
                  <a:srgbClr val="F1F5F7"/>
                </a:highlight>
                <a:latin typeface="Arial" pitchFamily="34" charset="0"/>
                <a:ea typeface="Arial" pitchFamily="34" charset="-122"/>
                <a:cs typeface="Arial" pitchFamily="34" charset="-120"/>
              </a:rPr>
              <a:t>Metformin remains first-line pharmacotherapy for type 2 diabetes, acting primarily through inhibition of hepatic gluconeogenesis via AMPK activation. A 2019 randomised trial in </a:t>
            </a:r>
            <a:r>
              <a:rPr lang="en-US" sz="2550" i="1" dirty="0">
                <a:solidFill>
                  <a:srgbClr val="123A4C"/>
                </a:solidFill>
                <a:highlight>
                  <a:srgbClr val="FFFF00"/>
                </a:highlight>
                <a:latin typeface="Arial" pitchFamily="34" charset="0"/>
                <a:ea typeface="Arial" pitchFamily="34" charset="-122"/>
                <a:cs typeface="Arial" pitchFamily="34" charset="-120"/>
              </a:rPr>
              <a:t>The Lancet </a:t>
            </a:r>
            <a:r>
              <a:rPr lang="en-US" sz="2550" dirty="0">
                <a:solidFill>
                  <a:srgbClr val="123A4C"/>
                </a:solidFill>
                <a:highlight>
                  <a:srgbClr val="FFFF00"/>
                </a:highlight>
                <a:latin typeface="Arial" pitchFamily="34" charset="0"/>
                <a:ea typeface="Arial" pitchFamily="34" charset="-122"/>
                <a:cs typeface="Arial" pitchFamily="34" charset="-120"/>
              </a:rPr>
              <a:t>(Karlsson et al., 393:1502–1511) </a:t>
            </a:r>
            <a:r>
              <a:rPr lang="en-US" sz="2550" dirty="0">
                <a:solidFill>
                  <a:srgbClr val="123A4C"/>
                </a:solidFill>
                <a:highlight>
                  <a:srgbClr val="F1F5F7"/>
                </a:highlight>
                <a:latin typeface="Arial" pitchFamily="34" charset="0"/>
                <a:ea typeface="Arial" pitchFamily="34" charset="-122"/>
                <a:cs typeface="Arial" pitchFamily="34" charset="-120"/>
              </a:rPr>
              <a:t>reported a </a:t>
            </a:r>
            <a:r>
              <a:rPr lang="en-US" sz="2550" dirty="0">
                <a:solidFill>
                  <a:srgbClr val="123A4C"/>
                </a:solidFill>
                <a:highlight>
                  <a:srgbClr val="FFFF00"/>
                </a:highlight>
                <a:latin typeface="Arial" pitchFamily="34" charset="0"/>
                <a:ea typeface="Arial" pitchFamily="34" charset="-122"/>
                <a:cs typeface="Arial" pitchFamily="34" charset="-120"/>
              </a:rPr>
              <a:t>34.7% reduction in major cardiovascular events over 4.2 years </a:t>
            </a:r>
            <a:r>
              <a:rPr lang="en-US" sz="2550" dirty="0">
                <a:solidFill>
                  <a:srgbClr val="123A4C"/>
                </a:solidFill>
                <a:highlight>
                  <a:srgbClr val="F1F5F7"/>
                </a:highlight>
                <a:latin typeface="Arial" pitchFamily="34" charset="0"/>
                <a:ea typeface="Arial" pitchFamily="34" charset="-122"/>
                <a:cs typeface="Arial" pitchFamily="34" charset="-120"/>
              </a:rPr>
              <a:t>of follow-up. The drug is contraindicated below an eGFR of 30 mL/min/1.73 m², and the </a:t>
            </a:r>
            <a:r>
              <a:rPr lang="en-US" sz="2550" i="1" dirty="0">
                <a:solidFill>
                  <a:srgbClr val="123A4C"/>
                </a:solidFill>
                <a:latin typeface="Arial" pitchFamily="34" charset="0"/>
                <a:ea typeface="Arial" pitchFamily="34" charset="-122"/>
                <a:cs typeface="Arial" pitchFamily="34" charset="-120"/>
              </a:rPr>
              <a:t>TCF7L2 </a:t>
            </a:r>
            <a:r>
              <a:rPr lang="en-US" sz="2550" dirty="0">
                <a:solidFill>
                  <a:srgbClr val="123A4C"/>
                </a:solidFill>
                <a:highlight>
                  <a:srgbClr val="F1F5F7"/>
                </a:highlight>
                <a:latin typeface="Arial" pitchFamily="34" charset="0"/>
                <a:ea typeface="Arial" pitchFamily="34" charset="-122"/>
                <a:cs typeface="Arial" pitchFamily="34" charset="-120"/>
              </a:rPr>
              <a:t>variant on </a:t>
            </a:r>
            <a:r>
              <a:rPr lang="en-US" sz="2550" dirty="0">
                <a:solidFill>
                  <a:srgbClr val="123A4C"/>
                </a:solidFill>
                <a:highlight>
                  <a:srgbClr val="FFFF00"/>
                </a:highlight>
                <a:latin typeface="Arial" pitchFamily="34" charset="0"/>
                <a:ea typeface="Arial" pitchFamily="34" charset="-122"/>
                <a:cs typeface="Arial" pitchFamily="34" charset="-120"/>
              </a:rPr>
              <a:t>chromosome 11 </a:t>
            </a:r>
            <a:r>
              <a:rPr lang="en-US" sz="2550" dirty="0">
                <a:solidFill>
                  <a:srgbClr val="123A4C"/>
                </a:solidFill>
                <a:highlight>
                  <a:srgbClr val="F1F5F7"/>
                </a:highlight>
                <a:latin typeface="Arial" pitchFamily="34" charset="0"/>
                <a:ea typeface="Arial" pitchFamily="34" charset="-122"/>
                <a:cs typeface="Arial" pitchFamily="34" charset="-120"/>
              </a:rPr>
              <a:t>is the strongest common genetic predictor of treatment response.</a:t>
            </a:r>
            <a:endParaRPr lang="en-US" sz="2550" dirty="0"/>
          </a:p>
        </p:txBody>
      </p:sp>
      <p:cxnSp>
        <p:nvCxnSpPr>
          <p:cNvPr id="16" name="Straight Arrow Connector 15">
            <a:extLst>
              <a:ext uri="{FF2B5EF4-FFF2-40B4-BE49-F238E27FC236}">
                <a16:creationId xmlns:a16="http://schemas.microsoft.com/office/drawing/2014/main" id="{BB4D7C7D-B448-7D14-03DF-A5E9BE553AFD}"/>
              </a:ext>
            </a:extLst>
          </p:cNvPr>
          <p:cNvCxnSpPr/>
          <p:nvPr/>
        </p:nvCxnSpPr>
        <p:spPr>
          <a:xfrm>
            <a:off x="9223022" y="3765797"/>
            <a:ext cx="2878667" cy="10206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13D2C58-E8E1-A34F-B817-064FEC597929}"/>
              </a:ext>
            </a:extLst>
          </p:cNvPr>
          <p:cNvCxnSpPr>
            <a:cxnSpLocks/>
          </p:cNvCxnSpPr>
          <p:nvPr/>
        </p:nvCxnSpPr>
        <p:spPr>
          <a:xfrm flipV="1">
            <a:off x="10509956" y="5061634"/>
            <a:ext cx="5585380" cy="952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98811F5-486A-F1A8-6521-B619DA914342}"/>
              </a:ext>
            </a:extLst>
          </p:cNvPr>
          <p:cNvCxnSpPr>
            <a:cxnSpLocks/>
          </p:cNvCxnSpPr>
          <p:nvPr/>
        </p:nvCxnSpPr>
        <p:spPr>
          <a:xfrm flipV="1">
            <a:off x="8997244" y="5661740"/>
            <a:ext cx="7054780" cy="2108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10354919" cy="657225"/>
          </a:xfrm>
          <a:prstGeom prst="rect">
            <a:avLst/>
          </a:prstGeom>
          <a:noFill/>
          <a:ln/>
        </p:spPr>
        <p:txBody>
          <a:bodyPr wrap="square" lIns="25400" tIns="25400" rIns="25400" bIns="25400" rtlCol="0" anchor="t">
            <a:normAutofit/>
          </a:bodyPr>
          <a:lstStyle/>
          <a:p>
            <a:pPr>
              <a:lnSpc>
                <a:spcPct val="86567"/>
              </a:lnSpc>
            </a:pPr>
            <a:r>
              <a:rPr lang="en-US" sz="4350" b="1" kern="0" spc="-90" dirty="0">
                <a:solidFill>
                  <a:srgbClr val="123A4C"/>
                </a:solidFill>
                <a:latin typeface="Arial" pitchFamily="34" charset="0"/>
                <a:ea typeface="Arial" pitchFamily="34" charset="-122"/>
                <a:cs typeface="Arial" pitchFamily="34" charset="-120"/>
              </a:rPr>
              <a:t>Ask any LLM for a random number</a:t>
            </a:r>
            <a:endParaRPr lang="en-US" sz="4350" dirty="0"/>
          </a:p>
        </p:txBody>
      </p:sp>
      <p:grpSp>
        <p:nvGrpSpPr>
          <p:cNvPr id="17" name="Group 16">
            <a:extLst>
              <a:ext uri="{FF2B5EF4-FFF2-40B4-BE49-F238E27FC236}">
                <a16:creationId xmlns:a16="http://schemas.microsoft.com/office/drawing/2014/main" id="{DEC0FAB7-1216-21D2-4E0D-84C02132B206}"/>
              </a:ext>
            </a:extLst>
          </p:cNvPr>
          <p:cNvGrpSpPr/>
          <p:nvPr/>
        </p:nvGrpSpPr>
        <p:grpSpPr>
          <a:xfrm>
            <a:off x="10555111" y="3928533"/>
            <a:ext cx="6985102" cy="2141646"/>
            <a:chOff x="10048801" y="3985245"/>
            <a:chExt cx="7491412" cy="2084934"/>
          </a:xfrm>
        </p:grpSpPr>
        <p:sp>
          <p:nvSpPr>
            <p:cNvPr id="3" name="Shape 1"/>
            <p:cNvSpPr/>
            <p:nvPr/>
          </p:nvSpPr>
          <p:spPr>
            <a:xfrm>
              <a:off x="10157445" y="5261595"/>
              <a:ext cx="1675433" cy="342900"/>
            </a:xfrm>
            <a:prstGeom prst="rect">
              <a:avLst/>
            </a:prstGeom>
            <a:solidFill>
              <a:srgbClr val="F6C9C1"/>
            </a:solidFill>
            <a:ln/>
          </p:spPr>
          <p:txBody>
            <a:bodyPr/>
            <a:lstStyle/>
            <a:p>
              <a:endParaRPr lang="en-GB"/>
            </a:p>
          </p:txBody>
        </p:sp>
        <p:sp>
          <p:nvSpPr>
            <p:cNvPr id="4" name="Text 2"/>
            <p:cNvSpPr/>
            <p:nvPr/>
          </p:nvSpPr>
          <p:spPr>
            <a:xfrm>
              <a:off x="10048801" y="5770141"/>
              <a:ext cx="1892647" cy="300038"/>
            </a:xfrm>
            <a:prstGeom prst="rect">
              <a:avLst/>
            </a:prstGeom>
            <a:noFill/>
            <a:ln/>
          </p:spPr>
          <p:txBody>
            <a:bodyPr wrap="square" lIns="25400" tIns="25400" rIns="25400" bIns="25400" rtlCol="0" anchor="t">
              <a:noAutofit/>
            </a:bodyPr>
            <a:lstStyle/>
            <a:p>
              <a:pPr marL="0" indent="0" algn="ctr">
                <a:buNone/>
              </a:pPr>
              <a:r>
                <a:rPr lang="en-US" sz="2000" dirty="0">
                  <a:solidFill>
                    <a:srgbClr val="5E7480"/>
                  </a:solidFill>
                  <a:latin typeface="Arial" pitchFamily="34" charset="0"/>
                  <a:ea typeface="Arial" pitchFamily="34" charset="-122"/>
                  <a:cs typeface="Arial" pitchFamily="34" charset="-120"/>
                </a:rPr>
                <a:t>0–29</a:t>
              </a:r>
              <a:endParaRPr lang="en-US" sz="2000" dirty="0"/>
            </a:p>
          </p:txBody>
        </p:sp>
        <p:sp>
          <p:nvSpPr>
            <p:cNvPr id="5" name="Shape 3"/>
            <p:cNvSpPr/>
            <p:nvPr/>
          </p:nvSpPr>
          <p:spPr>
            <a:xfrm>
              <a:off x="12023378" y="4899645"/>
              <a:ext cx="1676400" cy="704850"/>
            </a:xfrm>
            <a:prstGeom prst="rect">
              <a:avLst/>
            </a:prstGeom>
            <a:solidFill>
              <a:srgbClr val="F09A8C"/>
            </a:solidFill>
            <a:ln/>
          </p:spPr>
          <p:txBody>
            <a:bodyPr/>
            <a:lstStyle/>
            <a:p>
              <a:endParaRPr lang="en-GB"/>
            </a:p>
          </p:txBody>
        </p:sp>
        <p:sp>
          <p:nvSpPr>
            <p:cNvPr id="6" name="Text 4"/>
            <p:cNvSpPr/>
            <p:nvPr/>
          </p:nvSpPr>
          <p:spPr>
            <a:xfrm>
              <a:off x="11914733" y="5770141"/>
              <a:ext cx="1892647" cy="300038"/>
            </a:xfrm>
            <a:prstGeom prst="rect">
              <a:avLst/>
            </a:prstGeom>
            <a:noFill/>
            <a:ln/>
          </p:spPr>
          <p:txBody>
            <a:bodyPr wrap="square" lIns="25400" tIns="25400" rIns="25400" bIns="25400" rtlCol="0" anchor="t">
              <a:noAutofit/>
            </a:bodyPr>
            <a:lstStyle/>
            <a:p>
              <a:pPr marL="0" indent="0" algn="ctr">
                <a:buNone/>
              </a:pPr>
              <a:r>
                <a:rPr lang="en-US" sz="2000" dirty="0">
                  <a:solidFill>
                    <a:srgbClr val="5E7480"/>
                  </a:solidFill>
                  <a:latin typeface="Arial" pitchFamily="34" charset="0"/>
                  <a:ea typeface="Arial" pitchFamily="34" charset="-122"/>
                  <a:cs typeface="Arial" pitchFamily="34" charset="-120"/>
                </a:rPr>
                <a:t>30–49</a:t>
              </a:r>
              <a:endParaRPr lang="en-US" sz="2000" dirty="0"/>
            </a:p>
          </p:txBody>
        </p:sp>
        <p:sp>
          <p:nvSpPr>
            <p:cNvPr id="7" name="Shape 5"/>
            <p:cNvSpPr/>
            <p:nvPr/>
          </p:nvSpPr>
          <p:spPr>
            <a:xfrm>
              <a:off x="13890278" y="3985245"/>
              <a:ext cx="1676400" cy="1619250"/>
            </a:xfrm>
            <a:prstGeom prst="rect">
              <a:avLst/>
            </a:prstGeom>
            <a:solidFill>
              <a:srgbClr val="E8604C"/>
            </a:solidFill>
            <a:ln/>
          </p:spPr>
          <p:txBody>
            <a:bodyPr/>
            <a:lstStyle/>
            <a:p>
              <a:endParaRPr lang="en-GB"/>
            </a:p>
          </p:txBody>
        </p:sp>
        <p:sp>
          <p:nvSpPr>
            <p:cNvPr id="8" name="Text 6"/>
            <p:cNvSpPr/>
            <p:nvPr/>
          </p:nvSpPr>
          <p:spPr>
            <a:xfrm>
              <a:off x="13781633" y="5770141"/>
              <a:ext cx="1892647" cy="300038"/>
            </a:xfrm>
            <a:prstGeom prst="rect">
              <a:avLst/>
            </a:prstGeom>
            <a:noFill/>
            <a:ln/>
          </p:spPr>
          <p:txBody>
            <a:bodyPr wrap="square" lIns="25400" tIns="25400" rIns="25400" bIns="25400" rtlCol="0" anchor="t">
              <a:noAutofit/>
            </a:bodyPr>
            <a:lstStyle/>
            <a:p>
              <a:pPr marL="0" indent="0" algn="ctr">
                <a:buNone/>
              </a:pPr>
              <a:r>
                <a:rPr lang="en-US" sz="2000" dirty="0">
                  <a:solidFill>
                    <a:srgbClr val="5E7480"/>
                  </a:solidFill>
                  <a:latin typeface="Arial" pitchFamily="34" charset="0"/>
                  <a:ea typeface="Arial" pitchFamily="34" charset="-122"/>
                  <a:cs typeface="Arial" pitchFamily="34" charset="-120"/>
                </a:rPr>
                <a:t>50–79</a:t>
              </a:r>
              <a:endParaRPr lang="en-US" sz="2000" dirty="0"/>
            </a:p>
          </p:txBody>
        </p:sp>
        <p:sp>
          <p:nvSpPr>
            <p:cNvPr id="9" name="Shape 7"/>
            <p:cNvSpPr/>
            <p:nvPr/>
          </p:nvSpPr>
          <p:spPr>
            <a:xfrm>
              <a:off x="15756210" y="5185395"/>
              <a:ext cx="1676400" cy="419100"/>
            </a:xfrm>
            <a:prstGeom prst="rect">
              <a:avLst/>
            </a:prstGeom>
            <a:solidFill>
              <a:srgbClr val="F6C9C1"/>
            </a:solidFill>
            <a:ln/>
          </p:spPr>
          <p:txBody>
            <a:bodyPr/>
            <a:lstStyle/>
            <a:p>
              <a:endParaRPr lang="en-GB"/>
            </a:p>
          </p:txBody>
        </p:sp>
        <p:sp>
          <p:nvSpPr>
            <p:cNvPr id="10" name="Text 8"/>
            <p:cNvSpPr/>
            <p:nvPr/>
          </p:nvSpPr>
          <p:spPr>
            <a:xfrm>
              <a:off x="15647566" y="5770141"/>
              <a:ext cx="1892647" cy="300038"/>
            </a:xfrm>
            <a:prstGeom prst="rect">
              <a:avLst/>
            </a:prstGeom>
            <a:noFill/>
            <a:ln/>
          </p:spPr>
          <p:txBody>
            <a:bodyPr wrap="square" lIns="25400" tIns="25400" rIns="25400" bIns="25400" rtlCol="0" anchor="t">
              <a:noAutofit/>
            </a:bodyPr>
            <a:lstStyle/>
            <a:p>
              <a:pPr marL="0" indent="0" algn="ctr">
                <a:buNone/>
              </a:pPr>
              <a:r>
                <a:rPr lang="en-US" sz="2000" dirty="0">
                  <a:solidFill>
                    <a:srgbClr val="5E7480"/>
                  </a:solidFill>
                  <a:latin typeface="Arial" pitchFamily="34" charset="0"/>
                  <a:ea typeface="Arial" pitchFamily="34" charset="-122"/>
                  <a:cs typeface="Arial" pitchFamily="34" charset="-120"/>
                </a:rPr>
                <a:t>80–100</a:t>
              </a:r>
              <a:endParaRPr lang="en-US" sz="2000" dirty="0"/>
            </a:p>
          </p:txBody>
        </p:sp>
      </p:grpSp>
      <p:sp>
        <p:nvSpPr>
          <p:cNvPr id="11" name="Text 9"/>
          <p:cNvSpPr/>
          <p:nvPr/>
        </p:nvSpPr>
        <p:spPr>
          <a:xfrm>
            <a:off x="10667929" y="6540326"/>
            <a:ext cx="6783472" cy="729555"/>
          </a:xfrm>
          <a:prstGeom prst="rect">
            <a:avLst/>
          </a:prstGeom>
          <a:noFill/>
          <a:ln/>
        </p:spPr>
        <p:txBody>
          <a:bodyPr wrap="square" lIns="25400" tIns="25400" rIns="25400" bIns="25400" rtlCol="0" anchor="t">
            <a:normAutofit lnSpcReduction="10000"/>
          </a:bodyPr>
          <a:lstStyle/>
          <a:p>
            <a:pPr marL="0" indent="0" algn="l">
              <a:lnSpc>
                <a:spcPct val="125578"/>
              </a:lnSpc>
              <a:buNone/>
            </a:pPr>
            <a:r>
              <a:rPr lang="en-US" sz="1875" dirty="0">
                <a:solidFill>
                  <a:srgbClr val="5E7480"/>
                </a:solidFill>
                <a:latin typeface="Arial" pitchFamily="34" charset="0"/>
                <a:ea typeface="Arial" pitchFamily="34" charset="-122"/>
                <a:cs typeface="Arial" pitchFamily="34" charset="-120"/>
              </a:rPr>
              <a:t>Raising the temperature widens the spread without making it uniform.</a:t>
            </a:r>
            <a:endParaRPr lang="en-US" sz="1875" dirty="0"/>
          </a:p>
        </p:txBody>
      </p:sp>
      <p:sp>
        <p:nvSpPr>
          <p:cNvPr id="12" name="Shape 10"/>
          <p:cNvSpPr/>
          <p:nvPr/>
        </p:nvSpPr>
        <p:spPr>
          <a:xfrm>
            <a:off x="0" y="8469585"/>
            <a:ext cx="18288000" cy="1817340"/>
          </a:xfrm>
          <a:prstGeom prst="rect">
            <a:avLst/>
          </a:prstGeom>
          <a:solidFill>
            <a:srgbClr val="FFFFFF"/>
          </a:solidFill>
          <a:ln/>
        </p:spPr>
        <p:txBody>
          <a:bodyPr/>
          <a:lstStyle/>
          <a:p>
            <a:endParaRPr lang="en-GB"/>
          </a:p>
        </p:txBody>
      </p:sp>
      <p:sp>
        <p:nvSpPr>
          <p:cNvPr id="13" name="Text 11"/>
          <p:cNvSpPr/>
          <p:nvPr/>
        </p:nvSpPr>
        <p:spPr>
          <a:xfrm>
            <a:off x="1156246" y="8959155"/>
            <a:ext cx="17531887" cy="837158"/>
          </a:xfrm>
          <a:prstGeom prst="rect">
            <a:avLst/>
          </a:prstGeom>
          <a:noFill/>
          <a:ln/>
        </p:spPr>
        <p:txBody>
          <a:bodyPr wrap="square" lIns="25400" tIns="25400" rIns="25400" bIns="25400" rtlCol="0" anchor="t">
            <a:normAutofit lnSpcReduction="10000"/>
          </a:bodyPr>
          <a:lstStyle/>
          <a:p>
            <a:pPr>
              <a:lnSpc>
                <a:spcPct val="113384"/>
              </a:lnSpc>
            </a:pPr>
            <a:r>
              <a:rPr lang="en-US" sz="2400" b="1" dirty="0">
                <a:solidFill>
                  <a:srgbClr val="123A4C"/>
                </a:solidFill>
                <a:latin typeface="Arial" pitchFamily="34" charset="0"/>
                <a:ea typeface="Arial" pitchFamily="34" charset="-122"/>
                <a:cs typeface="Arial" pitchFamily="34" charset="-120"/>
              </a:rPr>
              <a:t>“Random” here just means whatever showed up most often in training. The model isn't sampling at random, it's recalling a pattern. </a:t>
            </a:r>
            <a:r>
              <a:rPr lang="en-US" sz="2400" b="1" dirty="0">
                <a:solidFill>
                  <a:schemeClr val="accent2"/>
                </a:solidFill>
                <a:latin typeface="Arial" pitchFamily="34" charset="0"/>
                <a:ea typeface="Arial" pitchFamily="34" charset="-122"/>
                <a:cs typeface="Arial" pitchFamily="34" charset="-120"/>
              </a:rPr>
              <a:t>This is the same mechanism that generated the fabricated citation, just with a harmless output. </a:t>
            </a:r>
            <a:endParaRPr lang="en-US" sz="2400" dirty="0">
              <a:solidFill>
                <a:schemeClr val="accent2"/>
              </a:solidFill>
            </a:endParaRPr>
          </a:p>
        </p:txBody>
      </p:sp>
      <p:pic>
        <p:nvPicPr>
          <p:cNvPr id="16" name="Screen Recording 2026-10-02 at 10.09.14">
            <a:hlinkClick r:id="" action="ppaction://media"/>
            <a:extLst>
              <a:ext uri="{FF2B5EF4-FFF2-40B4-BE49-F238E27FC236}">
                <a16:creationId xmlns:a16="http://schemas.microsoft.com/office/drawing/2014/main" id="{8E6C4285-FC29-4CE8-FA59-E6D0FA30F75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41931" y="2359378"/>
            <a:ext cx="9306869" cy="5638418"/>
          </a:xfrm>
          <a:prstGeom prst="rect">
            <a:avLst/>
          </a:prstGeom>
        </p:spPr>
      </p:pic>
      <p:sp>
        <p:nvSpPr>
          <p:cNvPr id="14" name="TextBox 13">
            <a:extLst>
              <a:ext uri="{FF2B5EF4-FFF2-40B4-BE49-F238E27FC236}">
                <a16:creationId xmlns:a16="http://schemas.microsoft.com/office/drawing/2014/main" id="{E68861B2-1B57-11D7-A4AE-FF3CC51538E7}"/>
              </a:ext>
            </a:extLst>
          </p:cNvPr>
          <p:cNvSpPr txBox="1"/>
          <p:nvPr/>
        </p:nvSpPr>
        <p:spPr>
          <a:xfrm>
            <a:off x="11511165" y="2523545"/>
            <a:ext cx="4758226" cy="461665"/>
          </a:xfrm>
          <a:prstGeom prst="rect">
            <a:avLst/>
          </a:prstGeom>
          <a:noFill/>
        </p:spPr>
        <p:txBody>
          <a:bodyPr wrap="none" rtlCol="0">
            <a:spAutoFit/>
          </a:bodyPr>
          <a:lstStyle/>
          <a:p>
            <a:r>
              <a:rPr lang="en-GB" sz="2400" dirty="0"/>
              <a:t>How many of you got a </a:t>
            </a:r>
            <a:r>
              <a:rPr lang="en-US" sz="2400" dirty="0"/>
              <a:t>42, 47 or 73?</a:t>
            </a:r>
            <a:endParaRPr lang="en-GB"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970" fill="hold"/>
                                        <p:tgtEl>
                                          <p:spTgt spid="16"/>
                                        </p:tgtEl>
                                      </p:cBhvr>
                                    </p:cmd>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16"/>
                </p:tgtEl>
              </p:cMediaNode>
            </p:video>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childTnLst>
        </p:cTn>
      </p:par>
    </p:tnLst>
    <p:bldLst>
      <p:bldP spid="11" grpId="0" animBg="1"/>
      <p:bldP spid="13" grpId="0" animBg="1"/>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842160"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Why they happen</a:t>
            </a:r>
            <a:endParaRPr lang="en-US" sz="4350" dirty="0"/>
          </a:p>
        </p:txBody>
      </p:sp>
      <p:sp>
        <p:nvSpPr>
          <p:cNvPr id="4" name="Text 2"/>
          <p:cNvSpPr/>
          <p:nvPr/>
        </p:nvSpPr>
        <p:spPr>
          <a:xfrm>
            <a:off x="1156246" y="1613446"/>
            <a:ext cx="16059310" cy="875556"/>
          </a:xfrm>
          <a:prstGeom prst="rect">
            <a:avLst/>
          </a:prstGeom>
          <a:noFill/>
          <a:ln/>
        </p:spPr>
        <p:txBody>
          <a:bodyPr wrap="square" lIns="25400" tIns="25400" rIns="25400" bIns="25400" rtlCol="0" anchor="t">
            <a:normAutofit/>
          </a:bodyPr>
          <a:lstStyle/>
          <a:p>
            <a:pPr marL="0" indent="0" algn="l">
              <a:lnSpc>
                <a:spcPct val="118832"/>
              </a:lnSpc>
              <a:buNone/>
            </a:pPr>
            <a:r>
              <a:rPr lang="en-US" sz="2400" dirty="0">
                <a:solidFill>
                  <a:srgbClr val="123A4C"/>
                </a:solidFill>
                <a:latin typeface="Arial" pitchFamily="34" charset="0"/>
                <a:ea typeface="Arial" pitchFamily="34" charset="-122"/>
                <a:cs typeface="Arial" pitchFamily="34" charset="-120"/>
              </a:rPr>
              <a:t>The model is calculating the </a:t>
            </a:r>
            <a:r>
              <a:rPr lang="en-US" sz="2400" b="1" dirty="0">
                <a:solidFill>
                  <a:srgbClr val="123A4C"/>
                </a:solidFill>
                <a:latin typeface="Arial" pitchFamily="34" charset="0"/>
                <a:ea typeface="Arial" pitchFamily="34" charset="-122"/>
                <a:cs typeface="Arial" pitchFamily="34" charset="-120"/>
              </a:rPr>
              <a:t>next most likely token</a:t>
            </a:r>
            <a:r>
              <a:rPr lang="en-US" sz="2400" dirty="0">
                <a:solidFill>
                  <a:srgbClr val="123A4C"/>
                </a:solidFill>
                <a:latin typeface="Arial" pitchFamily="34" charset="0"/>
                <a:ea typeface="Arial" pitchFamily="34" charset="-122"/>
                <a:cs typeface="Arial" pitchFamily="34" charset="-120"/>
              </a:rPr>
              <a:t>, learnt from training data. </a:t>
            </a:r>
            <a:r>
              <a:rPr lang="en-US" sz="2400" b="1" dirty="0">
                <a:solidFill>
                  <a:srgbClr val="C00000"/>
                </a:solidFill>
                <a:latin typeface="Arial" pitchFamily="34" charset="0"/>
                <a:ea typeface="Arial" pitchFamily="34" charset="-122"/>
                <a:cs typeface="Arial" pitchFamily="34" charset="-120"/>
              </a:rPr>
              <a:t>Truth</a:t>
            </a:r>
            <a:r>
              <a:rPr lang="en-US" sz="2400" dirty="0">
                <a:solidFill>
                  <a:srgbClr val="123A4C"/>
                </a:solidFill>
                <a:latin typeface="Arial" pitchFamily="34" charset="0"/>
                <a:ea typeface="Arial" pitchFamily="34" charset="-122"/>
                <a:cs typeface="Arial" pitchFamily="34" charset="-120"/>
              </a:rPr>
              <a:t> </a:t>
            </a:r>
            <a:r>
              <a:rPr lang="en-US" sz="2400" b="1" dirty="0">
                <a:solidFill>
                  <a:srgbClr val="C00000"/>
                </a:solidFill>
                <a:latin typeface="Arial" pitchFamily="34" charset="0"/>
                <a:ea typeface="Arial" pitchFamily="34" charset="-122"/>
                <a:cs typeface="Arial" pitchFamily="34" charset="-120"/>
              </a:rPr>
              <a:t>is</a:t>
            </a:r>
            <a:r>
              <a:rPr lang="en-US" sz="2400" dirty="0">
                <a:solidFill>
                  <a:srgbClr val="C00000"/>
                </a:solidFill>
                <a:latin typeface="Arial" pitchFamily="34" charset="0"/>
                <a:ea typeface="Arial" pitchFamily="34" charset="-122"/>
                <a:cs typeface="Arial" pitchFamily="34" charset="-120"/>
              </a:rPr>
              <a:t> </a:t>
            </a:r>
            <a:r>
              <a:rPr lang="en-US" sz="2400" b="1" dirty="0">
                <a:solidFill>
                  <a:srgbClr val="C00000"/>
                </a:solidFill>
                <a:latin typeface="Arial" pitchFamily="34" charset="0"/>
                <a:ea typeface="Arial" pitchFamily="34" charset="-122"/>
                <a:cs typeface="Arial" pitchFamily="34" charset="-120"/>
              </a:rPr>
              <a:t>not</a:t>
            </a:r>
            <a:r>
              <a:rPr lang="en-US" sz="2400" dirty="0">
                <a:solidFill>
                  <a:srgbClr val="C00000"/>
                </a:solidFill>
                <a:latin typeface="Arial" pitchFamily="34" charset="0"/>
                <a:ea typeface="Arial" pitchFamily="34" charset="-122"/>
                <a:cs typeface="Arial" pitchFamily="34" charset="-120"/>
              </a:rPr>
              <a:t> </a:t>
            </a:r>
            <a:r>
              <a:rPr lang="en-US" sz="2400" dirty="0">
                <a:solidFill>
                  <a:srgbClr val="123A4C"/>
                </a:solidFill>
                <a:latin typeface="Arial" pitchFamily="34" charset="0"/>
                <a:ea typeface="Arial" pitchFamily="34" charset="-122"/>
                <a:cs typeface="Arial" pitchFamily="34" charset="-120"/>
              </a:rPr>
              <a:t>a term in the </a:t>
            </a:r>
            <a:r>
              <a:rPr lang="en-US" sz="2400" b="1" dirty="0">
                <a:solidFill>
                  <a:srgbClr val="C00000"/>
                </a:solidFill>
                <a:latin typeface="Arial" pitchFamily="34" charset="0"/>
                <a:ea typeface="Arial" pitchFamily="34" charset="-122"/>
                <a:cs typeface="Arial" pitchFamily="34" charset="-120"/>
              </a:rPr>
              <a:t>objective</a:t>
            </a:r>
            <a:r>
              <a:rPr lang="en-US" sz="2400" dirty="0">
                <a:solidFill>
                  <a:srgbClr val="123A4C"/>
                </a:solidFill>
                <a:latin typeface="Arial" pitchFamily="34" charset="0"/>
                <a:ea typeface="Arial" pitchFamily="34" charset="-122"/>
                <a:cs typeface="Arial" pitchFamily="34" charset="-120"/>
              </a:rPr>
              <a:t>.</a:t>
            </a:r>
            <a:endParaRPr lang="en-US" sz="1200" dirty="0"/>
          </a:p>
        </p:txBody>
      </p:sp>
      <p:pic>
        <p:nvPicPr>
          <p:cNvPr id="6" name="Screen Recording 2026-10-02 at 10.26.54">
            <a:hlinkClick r:id="" action="ppaction://media"/>
            <a:extLst>
              <a:ext uri="{FF2B5EF4-FFF2-40B4-BE49-F238E27FC236}">
                <a16:creationId xmlns:a16="http://schemas.microsoft.com/office/drawing/2014/main" id="{33E142C8-3F78-7389-DD9C-B6A9DB6DAA5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2368550"/>
            <a:ext cx="18288000" cy="7594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515"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11480378" cy="657225"/>
          </a:xfrm>
          <a:prstGeom prst="rect">
            <a:avLst/>
          </a:prstGeom>
          <a:noFill/>
          <a:ln/>
        </p:spPr>
        <p:txBody>
          <a:bodyPr wrap="square" lIns="25400" tIns="25400" rIns="25400" bIns="25400" rtlCol="0" anchor="t">
            <a:normAutofit fontScale="92500"/>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Why they happen and what means in practice</a:t>
            </a:r>
            <a:endParaRPr lang="en-US" sz="4350" dirty="0"/>
          </a:p>
        </p:txBody>
      </p:sp>
      <p:sp>
        <p:nvSpPr>
          <p:cNvPr id="3" name="Text 1"/>
          <p:cNvSpPr/>
          <p:nvPr/>
        </p:nvSpPr>
        <p:spPr>
          <a:xfrm>
            <a:off x="1156246" y="2223046"/>
            <a:ext cx="3418448" cy="319088"/>
          </a:xfrm>
          <a:prstGeom prst="rect">
            <a:avLst/>
          </a:prstGeom>
          <a:noFill/>
          <a:ln/>
        </p:spPr>
        <p:txBody>
          <a:bodyPr wrap="square" lIns="25400" tIns="25400" rIns="25400" bIns="25400" rtlCol="0" anchor="t">
            <a:normAutofit fontScale="92500" lnSpcReduction="10000"/>
          </a:bodyPr>
          <a:lstStyle/>
          <a:p>
            <a:pPr marL="0" indent="0" algn="l">
              <a:buNone/>
            </a:pPr>
            <a:r>
              <a:rPr lang="en-US" sz="2002" b="1" kern="0" spc="150" dirty="0">
                <a:solidFill>
                  <a:srgbClr val="1F78A8"/>
                </a:solidFill>
                <a:latin typeface="Arial" pitchFamily="34" charset="0"/>
                <a:ea typeface="Arial" pitchFamily="34" charset="-122"/>
                <a:cs typeface="Arial" pitchFamily="34" charset="-120"/>
              </a:rPr>
              <a:t>SHARP DISTRIBUTION</a:t>
            </a:r>
            <a:endParaRPr lang="en-US" sz="2002" dirty="0"/>
          </a:p>
        </p:txBody>
      </p:sp>
      <p:sp>
        <p:nvSpPr>
          <p:cNvPr id="4" name="Text 2"/>
          <p:cNvSpPr/>
          <p:nvPr/>
        </p:nvSpPr>
        <p:spPr>
          <a:xfrm>
            <a:off x="1156246" y="3049255"/>
            <a:ext cx="8963193" cy="431974"/>
          </a:xfrm>
          <a:prstGeom prst="rect">
            <a:avLst/>
          </a:prstGeom>
          <a:noFill/>
          <a:ln/>
        </p:spPr>
        <p:txBody>
          <a:bodyPr wrap="square" lIns="25400" tIns="25400" rIns="25400" bIns="25400" rtlCol="0" anchor="t">
            <a:normAutofit lnSpcReduction="10000"/>
          </a:bodyPr>
          <a:lstStyle/>
          <a:p>
            <a:pPr marL="0" indent="0" algn="l">
              <a:lnSpc>
                <a:spcPct val="120822"/>
              </a:lnSpc>
              <a:buNone/>
            </a:pPr>
            <a:r>
              <a:rPr lang="en-US" sz="2220" dirty="0">
                <a:solidFill>
                  <a:srgbClr val="123A4C"/>
                </a:solidFill>
                <a:latin typeface="Courier New" pitchFamily="34" charset="0"/>
                <a:ea typeface="Courier New" pitchFamily="34" charset="-122"/>
                <a:cs typeface="Courier New" pitchFamily="34" charset="-120"/>
              </a:rPr>
              <a:t>The capital of Spain is …</a:t>
            </a:r>
            <a:endParaRPr lang="en-US" sz="2220" dirty="0"/>
          </a:p>
        </p:txBody>
      </p:sp>
      <p:sp>
        <p:nvSpPr>
          <p:cNvPr id="5" name="Text 3"/>
          <p:cNvSpPr/>
          <p:nvPr/>
        </p:nvSpPr>
        <p:spPr>
          <a:xfrm>
            <a:off x="1156320" y="3693234"/>
            <a:ext cx="2122676" cy="266700"/>
          </a:xfrm>
          <a:prstGeom prst="rect">
            <a:avLst/>
          </a:prstGeom>
          <a:noFill/>
          <a:ln/>
        </p:spPr>
        <p:txBody>
          <a:bodyPr wrap="square" lIns="25400" tIns="25400" rIns="25400" bIns="25400" rtlCol="0" anchor="t">
            <a:normAutofit fontScale="92500" lnSpcReduction="20000"/>
          </a:bodyPr>
          <a:lstStyle/>
          <a:p>
            <a:pPr marL="0" indent="0" algn="l">
              <a:lnSpc>
                <a:spcPct val="88889"/>
              </a:lnSpc>
              <a:buNone/>
            </a:pPr>
            <a:r>
              <a:rPr lang="en-US" sz="1800" dirty="0">
                <a:solidFill>
                  <a:srgbClr val="123A4C"/>
                </a:solidFill>
                <a:latin typeface="Courier New" pitchFamily="34" charset="0"/>
                <a:ea typeface="Courier New" pitchFamily="34" charset="-122"/>
                <a:cs typeface="Courier New" pitchFamily="34" charset="-120"/>
              </a:rPr>
              <a:t>Madrid</a:t>
            </a:r>
            <a:endParaRPr lang="en-US" sz="1800" dirty="0"/>
          </a:p>
        </p:txBody>
      </p:sp>
      <p:sp>
        <p:nvSpPr>
          <p:cNvPr id="6" name="Shape 4"/>
          <p:cNvSpPr/>
          <p:nvPr/>
        </p:nvSpPr>
        <p:spPr>
          <a:xfrm>
            <a:off x="3276526" y="3655134"/>
            <a:ext cx="3429000" cy="304800"/>
          </a:xfrm>
          <a:prstGeom prst="rect">
            <a:avLst/>
          </a:prstGeom>
          <a:solidFill>
            <a:srgbClr val="2A8FC4"/>
          </a:solidFill>
          <a:ln/>
        </p:spPr>
        <p:txBody>
          <a:bodyPr/>
          <a:lstStyle/>
          <a:p>
            <a:endParaRPr lang="en-GB"/>
          </a:p>
        </p:txBody>
      </p:sp>
      <p:sp>
        <p:nvSpPr>
          <p:cNvPr id="7" name="Text 5"/>
          <p:cNvSpPr/>
          <p:nvPr/>
        </p:nvSpPr>
        <p:spPr>
          <a:xfrm>
            <a:off x="6896026" y="3693234"/>
            <a:ext cx="533772" cy="266700"/>
          </a:xfrm>
          <a:prstGeom prst="rect">
            <a:avLst/>
          </a:prstGeom>
          <a:noFill/>
          <a:ln/>
        </p:spPr>
        <p:txBody>
          <a:bodyPr wrap="square" lIns="25400" tIns="25400" rIns="25400" bIns="25400" rtlCol="0" anchor="t">
            <a:normAutofit fontScale="92500" lnSpcReduction="10000"/>
          </a:bodyPr>
          <a:lstStyle/>
          <a:p>
            <a:pPr marL="0" indent="0" algn="l">
              <a:lnSpc>
                <a:spcPct val="87273"/>
              </a:lnSpc>
              <a:buNone/>
            </a:pPr>
            <a:r>
              <a:rPr lang="en-US" sz="1800" dirty="0">
                <a:solidFill>
                  <a:srgbClr val="5E7480"/>
                </a:solidFill>
                <a:latin typeface="Arial" pitchFamily="34" charset="0"/>
                <a:ea typeface="Arial" pitchFamily="34" charset="-122"/>
                <a:cs typeface="Arial" pitchFamily="34" charset="-120"/>
              </a:rPr>
              <a:t>96%</a:t>
            </a:r>
            <a:endParaRPr lang="en-US" sz="1800" dirty="0"/>
          </a:p>
        </p:txBody>
      </p:sp>
      <p:sp>
        <p:nvSpPr>
          <p:cNvPr id="8" name="Text 6"/>
          <p:cNvSpPr/>
          <p:nvPr/>
        </p:nvSpPr>
        <p:spPr>
          <a:xfrm>
            <a:off x="1156320" y="4188534"/>
            <a:ext cx="2122676" cy="266700"/>
          </a:xfrm>
          <a:prstGeom prst="rect">
            <a:avLst/>
          </a:prstGeom>
          <a:noFill/>
          <a:ln/>
        </p:spPr>
        <p:txBody>
          <a:bodyPr wrap="square" lIns="25400" tIns="25400" rIns="25400" bIns="25400" rtlCol="0" anchor="t">
            <a:normAutofit fontScale="92500" lnSpcReduction="20000"/>
          </a:bodyPr>
          <a:lstStyle/>
          <a:p>
            <a:pPr marL="0" indent="0" algn="l">
              <a:lnSpc>
                <a:spcPct val="88889"/>
              </a:lnSpc>
              <a:buNone/>
            </a:pPr>
            <a:r>
              <a:rPr lang="en-US" sz="1800" dirty="0">
                <a:solidFill>
                  <a:srgbClr val="123A4C"/>
                </a:solidFill>
                <a:latin typeface="Courier New" pitchFamily="34" charset="0"/>
                <a:ea typeface="Courier New" pitchFamily="34" charset="-122"/>
                <a:cs typeface="Courier New" pitchFamily="34" charset="-120"/>
              </a:rPr>
              <a:t>Barcelona</a:t>
            </a:r>
            <a:endParaRPr lang="en-US" sz="1800" dirty="0"/>
          </a:p>
        </p:txBody>
      </p:sp>
      <p:sp>
        <p:nvSpPr>
          <p:cNvPr id="9" name="Shape 7"/>
          <p:cNvSpPr/>
          <p:nvPr/>
        </p:nvSpPr>
        <p:spPr>
          <a:xfrm>
            <a:off x="3276526" y="4150434"/>
            <a:ext cx="133350" cy="304800"/>
          </a:xfrm>
          <a:prstGeom prst="rect">
            <a:avLst/>
          </a:prstGeom>
          <a:solidFill>
            <a:srgbClr val="BCDDEF"/>
          </a:solidFill>
          <a:ln/>
        </p:spPr>
        <p:txBody>
          <a:bodyPr/>
          <a:lstStyle/>
          <a:p>
            <a:endParaRPr lang="en-GB"/>
          </a:p>
        </p:txBody>
      </p:sp>
      <p:sp>
        <p:nvSpPr>
          <p:cNvPr id="10" name="Text 8"/>
          <p:cNvSpPr/>
          <p:nvPr/>
        </p:nvSpPr>
        <p:spPr>
          <a:xfrm>
            <a:off x="3600376" y="4188534"/>
            <a:ext cx="406598" cy="266700"/>
          </a:xfrm>
          <a:prstGeom prst="rect">
            <a:avLst/>
          </a:prstGeom>
          <a:noFill/>
          <a:ln/>
        </p:spPr>
        <p:txBody>
          <a:bodyPr wrap="square" lIns="25400" tIns="25400" rIns="25400" bIns="25400" rtlCol="0" anchor="t">
            <a:normAutofit fontScale="92500" lnSpcReduction="10000"/>
          </a:bodyPr>
          <a:lstStyle/>
          <a:p>
            <a:pPr marL="0" indent="0" algn="l">
              <a:lnSpc>
                <a:spcPct val="87273"/>
              </a:lnSpc>
              <a:buNone/>
            </a:pPr>
            <a:r>
              <a:rPr lang="en-US" sz="1800" dirty="0">
                <a:solidFill>
                  <a:srgbClr val="5E7480"/>
                </a:solidFill>
                <a:latin typeface="Arial" pitchFamily="34" charset="0"/>
                <a:ea typeface="Arial" pitchFamily="34" charset="-122"/>
                <a:cs typeface="Arial" pitchFamily="34" charset="-120"/>
              </a:rPr>
              <a:t>2%</a:t>
            </a:r>
            <a:endParaRPr lang="en-US" sz="1800" dirty="0"/>
          </a:p>
        </p:txBody>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950" y="5174546"/>
            <a:ext cx="5715000" cy="1390650"/>
          </a:xfrm>
          <a:prstGeom prst="rect">
            <a:avLst/>
          </a:prstGeom>
        </p:spPr>
      </p:pic>
      <p:sp>
        <p:nvSpPr>
          <p:cNvPr id="12" name="Text 9"/>
          <p:cNvSpPr/>
          <p:nvPr/>
        </p:nvSpPr>
        <p:spPr>
          <a:xfrm>
            <a:off x="1156247" y="6745128"/>
            <a:ext cx="6768554" cy="1499805"/>
          </a:xfrm>
          <a:prstGeom prst="rect">
            <a:avLst/>
          </a:prstGeom>
          <a:noFill/>
          <a:ln/>
        </p:spPr>
        <p:txBody>
          <a:bodyPr wrap="square" lIns="25400" tIns="25400" rIns="25400" bIns="25400" rtlCol="0" anchor="t">
            <a:normAutofit fontScale="92500" lnSpcReduction="20000"/>
          </a:bodyPr>
          <a:lstStyle/>
          <a:p>
            <a:pPr marL="0" indent="0" algn="l">
              <a:buNone/>
            </a:pPr>
            <a:r>
              <a:rPr lang="en-US" sz="2400" dirty="0">
                <a:solidFill>
                  <a:srgbClr val="5E7480"/>
                </a:solidFill>
                <a:latin typeface="Arial" pitchFamily="34" charset="0"/>
                <a:ea typeface="Arial" pitchFamily="34" charset="-122"/>
                <a:cs typeface="Arial" pitchFamily="34" charset="-120"/>
              </a:rPr>
              <a:t>Frequent, well-attested facts are produced reliably because the distribution is sharp.</a:t>
            </a:r>
          </a:p>
          <a:p>
            <a:pPr marL="0" indent="0" algn="l">
              <a:buNone/>
            </a:pPr>
            <a:endParaRPr lang="en-US" sz="2400" dirty="0">
              <a:solidFill>
                <a:srgbClr val="5E7480"/>
              </a:solidFill>
              <a:latin typeface="Arial" pitchFamily="34" charset="0"/>
              <a:cs typeface="Arial" pitchFamily="34" charset="-120"/>
            </a:endParaRPr>
          </a:p>
          <a:p>
            <a:r>
              <a:rPr lang="en-US" sz="2400" dirty="0">
                <a:solidFill>
                  <a:srgbClr val="5E7480"/>
                </a:solidFill>
                <a:latin typeface="Arial" pitchFamily="34" charset="0"/>
                <a:cs typeface="Arial" pitchFamily="34" charset="-120"/>
              </a:rPr>
              <a:t>Training corpus contains the fact in this phrasing probably thousands of times. </a:t>
            </a:r>
          </a:p>
        </p:txBody>
      </p:sp>
      <p:sp>
        <p:nvSpPr>
          <p:cNvPr id="13" name="Text 10"/>
          <p:cNvSpPr/>
          <p:nvPr/>
        </p:nvSpPr>
        <p:spPr>
          <a:xfrm>
            <a:off x="9462046" y="2223046"/>
            <a:ext cx="3117138" cy="319088"/>
          </a:xfrm>
          <a:prstGeom prst="rect">
            <a:avLst/>
          </a:prstGeom>
          <a:noFill/>
          <a:ln/>
        </p:spPr>
        <p:txBody>
          <a:bodyPr wrap="square" lIns="25400" tIns="25400" rIns="25400" bIns="25400" rtlCol="0" anchor="t">
            <a:normAutofit fontScale="92500" lnSpcReduction="10000"/>
          </a:bodyPr>
          <a:lstStyle/>
          <a:p>
            <a:pPr marL="0" indent="0" algn="l">
              <a:buNone/>
            </a:pPr>
            <a:r>
              <a:rPr lang="en-US" sz="2002" b="1" kern="0" spc="150" dirty="0">
                <a:solidFill>
                  <a:srgbClr val="C24A36"/>
                </a:solidFill>
                <a:latin typeface="Arial" pitchFamily="34" charset="0"/>
                <a:ea typeface="Arial" pitchFamily="34" charset="-122"/>
                <a:cs typeface="Arial" pitchFamily="34" charset="-120"/>
              </a:rPr>
              <a:t>FLAT DISTRIBUTION</a:t>
            </a:r>
            <a:endParaRPr lang="en-US" sz="2002" dirty="0"/>
          </a:p>
        </p:txBody>
      </p:sp>
      <p:sp>
        <p:nvSpPr>
          <p:cNvPr id="14" name="Text 11"/>
          <p:cNvSpPr/>
          <p:nvPr/>
        </p:nvSpPr>
        <p:spPr>
          <a:xfrm>
            <a:off x="9462046" y="3049255"/>
            <a:ext cx="8386275" cy="825847"/>
          </a:xfrm>
          <a:prstGeom prst="rect">
            <a:avLst/>
          </a:prstGeom>
          <a:noFill/>
          <a:ln/>
        </p:spPr>
        <p:txBody>
          <a:bodyPr wrap="square" lIns="25400" tIns="25400" rIns="25400" bIns="25400" rtlCol="0" anchor="t">
            <a:normAutofit lnSpcReduction="10000"/>
          </a:bodyPr>
          <a:lstStyle/>
          <a:p>
            <a:pPr marL="0" indent="0" algn="l">
              <a:lnSpc>
                <a:spcPct val="120822"/>
              </a:lnSpc>
              <a:buNone/>
            </a:pPr>
            <a:r>
              <a:rPr lang="en-US" sz="2220" dirty="0">
                <a:solidFill>
                  <a:srgbClr val="123A4C"/>
                </a:solidFill>
                <a:latin typeface="Courier New" pitchFamily="34" charset="0"/>
                <a:ea typeface="Courier New" pitchFamily="34" charset="-122"/>
                <a:cs typeface="Courier New" pitchFamily="34" charset="-120"/>
              </a:rPr>
              <a:t>The 2019 cohort study by Lindqvist et al., Lancet …</a:t>
            </a:r>
            <a:endParaRPr lang="en-US" sz="2220" dirty="0"/>
          </a:p>
        </p:txBody>
      </p:sp>
      <p:sp>
        <p:nvSpPr>
          <p:cNvPr id="15" name="Text 12"/>
          <p:cNvSpPr/>
          <p:nvPr/>
        </p:nvSpPr>
        <p:spPr>
          <a:xfrm>
            <a:off x="9462120" y="4112334"/>
            <a:ext cx="2122676" cy="266700"/>
          </a:xfrm>
          <a:prstGeom prst="rect">
            <a:avLst/>
          </a:prstGeom>
          <a:noFill/>
          <a:ln/>
        </p:spPr>
        <p:txBody>
          <a:bodyPr wrap="square" lIns="25400" tIns="25400" rIns="25400" bIns="25400" rtlCol="0" anchor="t">
            <a:normAutofit fontScale="92500" lnSpcReduction="20000"/>
          </a:bodyPr>
          <a:lstStyle/>
          <a:p>
            <a:pPr marL="0" indent="0" algn="l">
              <a:lnSpc>
                <a:spcPct val="88889"/>
              </a:lnSpc>
              <a:buNone/>
            </a:pPr>
            <a:r>
              <a:rPr lang="en-US" sz="1800" dirty="0">
                <a:solidFill>
                  <a:srgbClr val="123A4C"/>
                </a:solidFill>
                <a:latin typeface="Courier New" pitchFamily="34" charset="0"/>
                <a:ea typeface="Courier New" pitchFamily="34" charset="-122"/>
                <a:cs typeface="Courier New" pitchFamily="34" charset="-120"/>
              </a:rPr>
              <a:t>394, 1712–1721</a:t>
            </a:r>
            <a:endParaRPr lang="en-US" sz="1800" dirty="0"/>
          </a:p>
        </p:txBody>
      </p:sp>
      <p:sp>
        <p:nvSpPr>
          <p:cNvPr id="16" name="Shape 13"/>
          <p:cNvSpPr/>
          <p:nvPr/>
        </p:nvSpPr>
        <p:spPr>
          <a:xfrm>
            <a:off x="11582326" y="4074234"/>
            <a:ext cx="533400" cy="304800"/>
          </a:xfrm>
          <a:prstGeom prst="rect">
            <a:avLst/>
          </a:prstGeom>
          <a:solidFill>
            <a:srgbClr val="D9694E"/>
          </a:solidFill>
          <a:ln/>
        </p:spPr>
        <p:txBody>
          <a:bodyPr/>
          <a:lstStyle/>
          <a:p>
            <a:endParaRPr lang="en-GB"/>
          </a:p>
        </p:txBody>
      </p:sp>
      <p:sp>
        <p:nvSpPr>
          <p:cNvPr id="17" name="Text 14"/>
          <p:cNvSpPr/>
          <p:nvPr/>
        </p:nvSpPr>
        <p:spPr>
          <a:xfrm>
            <a:off x="12306226" y="4112334"/>
            <a:ext cx="406598" cy="266700"/>
          </a:xfrm>
          <a:prstGeom prst="rect">
            <a:avLst/>
          </a:prstGeom>
          <a:noFill/>
          <a:ln/>
        </p:spPr>
        <p:txBody>
          <a:bodyPr wrap="square" lIns="25400" tIns="25400" rIns="25400" bIns="25400" rtlCol="0" anchor="t">
            <a:normAutofit fontScale="92500" lnSpcReduction="10000"/>
          </a:bodyPr>
          <a:lstStyle/>
          <a:p>
            <a:pPr marL="0" indent="0" algn="l">
              <a:lnSpc>
                <a:spcPct val="87273"/>
              </a:lnSpc>
              <a:buNone/>
            </a:pPr>
            <a:r>
              <a:rPr lang="en-US" sz="1800" dirty="0">
                <a:solidFill>
                  <a:srgbClr val="5E7480"/>
                </a:solidFill>
                <a:latin typeface="Arial" pitchFamily="34" charset="0"/>
                <a:ea typeface="Arial" pitchFamily="34" charset="-122"/>
                <a:cs typeface="Arial" pitchFamily="34" charset="-120"/>
              </a:rPr>
              <a:t>7%</a:t>
            </a:r>
            <a:endParaRPr lang="en-US" sz="1800" dirty="0"/>
          </a:p>
        </p:txBody>
      </p:sp>
      <p:sp>
        <p:nvSpPr>
          <p:cNvPr id="18" name="Text 15"/>
          <p:cNvSpPr/>
          <p:nvPr/>
        </p:nvSpPr>
        <p:spPr>
          <a:xfrm>
            <a:off x="9462120" y="4607634"/>
            <a:ext cx="2122676" cy="266700"/>
          </a:xfrm>
          <a:prstGeom prst="rect">
            <a:avLst/>
          </a:prstGeom>
          <a:noFill/>
          <a:ln/>
        </p:spPr>
        <p:txBody>
          <a:bodyPr wrap="square" lIns="25400" tIns="25400" rIns="25400" bIns="25400" rtlCol="0" anchor="t">
            <a:normAutofit fontScale="92500" lnSpcReduction="20000"/>
          </a:bodyPr>
          <a:lstStyle/>
          <a:p>
            <a:pPr marL="0" indent="0" algn="l">
              <a:lnSpc>
                <a:spcPct val="88889"/>
              </a:lnSpc>
              <a:buNone/>
            </a:pPr>
            <a:r>
              <a:rPr lang="en-US" sz="1800" dirty="0">
                <a:solidFill>
                  <a:srgbClr val="123A4C"/>
                </a:solidFill>
                <a:latin typeface="Courier New" pitchFamily="34" charset="0"/>
                <a:ea typeface="Courier New" pitchFamily="34" charset="-122"/>
                <a:cs typeface="Courier New" pitchFamily="34" charset="-120"/>
              </a:rPr>
              <a:t>393, 1502–1511</a:t>
            </a:r>
            <a:endParaRPr lang="en-US" sz="1800" dirty="0"/>
          </a:p>
        </p:txBody>
      </p:sp>
      <p:sp>
        <p:nvSpPr>
          <p:cNvPr id="19" name="Shape 16"/>
          <p:cNvSpPr/>
          <p:nvPr/>
        </p:nvSpPr>
        <p:spPr>
          <a:xfrm>
            <a:off x="11582326" y="4569534"/>
            <a:ext cx="457200" cy="304800"/>
          </a:xfrm>
          <a:prstGeom prst="rect">
            <a:avLst/>
          </a:prstGeom>
          <a:solidFill>
            <a:srgbClr val="E28E76"/>
          </a:solidFill>
          <a:ln/>
        </p:spPr>
        <p:txBody>
          <a:bodyPr/>
          <a:lstStyle/>
          <a:p>
            <a:endParaRPr lang="en-GB"/>
          </a:p>
        </p:txBody>
      </p:sp>
      <p:sp>
        <p:nvSpPr>
          <p:cNvPr id="20" name="Text 17"/>
          <p:cNvSpPr/>
          <p:nvPr/>
        </p:nvSpPr>
        <p:spPr>
          <a:xfrm>
            <a:off x="12230026" y="4607634"/>
            <a:ext cx="406598" cy="266700"/>
          </a:xfrm>
          <a:prstGeom prst="rect">
            <a:avLst/>
          </a:prstGeom>
          <a:noFill/>
          <a:ln/>
        </p:spPr>
        <p:txBody>
          <a:bodyPr wrap="square" lIns="25400" tIns="25400" rIns="25400" bIns="25400" rtlCol="0" anchor="t">
            <a:normAutofit fontScale="92500" lnSpcReduction="10000"/>
          </a:bodyPr>
          <a:lstStyle/>
          <a:p>
            <a:pPr marL="0" indent="0" algn="l">
              <a:lnSpc>
                <a:spcPct val="87273"/>
              </a:lnSpc>
              <a:buNone/>
            </a:pPr>
            <a:r>
              <a:rPr lang="en-US" sz="1800" dirty="0">
                <a:solidFill>
                  <a:srgbClr val="5E7480"/>
                </a:solidFill>
                <a:latin typeface="Arial" pitchFamily="34" charset="0"/>
                <a:ea typeface="Arial" pitchFamily="34" charset="-122"/>
                <a:cs typeface="Arial" pitchFamily="34" charset="-120"/>
              </a:rPr>
              <a:t>6%</a:t>
            </a:r>
            <a:endParaRPr lang="en-US" sz="1800" dirty="0"/>
          </a:p>
        </p:txBody>
      </p:sp>
      <p:sp>
        <p:nvSpPr>
          <p:cNvPr id="21" name="Text 18"/>
          <p:cNvSpPr/>
          <p:nvPr/>
        </p:nvSpPr>
        <p:spPr>
          <a:xfrm>
            <a:off x="9462120" y="5102934"/>
            <a:ext cx="2122676" cy="266700"/>
          </a:xfrm>
          <a:prstGeom prst="rect">
            <a:avLst/>
          </a:prstGeom>
          <a:noFill/>
          <a:ln/>
        </p:spPr>
        <p:txBody>
          <a:bodyPr wrap="square" lIns="25400" tIns="25400" rIns="25400" bIns="25400" rtlCol="0" anchor="t">
            <a:normAutofit fontScale="92500" lnSpcReduction="20000"/>
          </a:bodyPr>
          <a:lstStyle/>
          <a:p>
            <a:pPr marL="0" indent="0" algn="l">
              <a:lnSpc>
                <a:spcPct val="88889"/>
              </a:lnSpc>
              <a:buNone/>
            </a:pPr>
            <a:r>
              <a:rPr lang="en-US" sz="1800" dirty="0">
                <a:solidFill>
                  <a:srgbClr val="123A4C"/>
                </a:solidFill>
                <a:latin typeface="Courier New" pitchFamily="34" charset="0"/>
                <a:ea typeface="Courier New" pitchFamily="34" charset="-122"/>
                <a:cs typeface="Courier New" pitchFamily="34" charset="-120"/>
              </a:rPr>
              <a:t>391, 1204–1215</a:t>
            </a:r>
            <a:endParaRPr lang="en-US" sz="1800" dirty="0"/>
          </a:p>
        </p:txBody>
      </p:sp>
      <p:sp>
        <p:nvSpPr>
          <p:cNvPr id="22" name="Shape 19"/>
          <p:cNvSpPr/>
          <p:nvPr/>
        </p:nvSpPr>
        <p:spPr>
          <a:xfrm>
            <a:off x="11582326" y="5064834"/>
            <a:ext cx="400050" cy="304800"/>
          </a:xfrm>
          <a:prstGeom prst="rect">
            <a:avLst/>
          </a:prstGeom>
          <a:solidFill>
            <a:srgbClr val="EFBBA9"/>
          </a:solidFill>
          <a:ln/>
        </p:spPr>
        <p:txBody>
          <a:bodyPr/>
          <a:lstStyle/>
          <a:p>
            <a:endParaRPr lang="en-GB"/>
          </a:p>
        </p:txBody>
      </p:sp>
      <p:sp>
        <p:nvSpPr>
          <p:cNvPr id="23" name="Text 20"/>
          <p:cNvSpPr/>
          <p:nvPr/>
        </p:nvSpPr>
        <p:spPr>
          <a:xfrm>
            <a:off x="12172876" y="5102934"/>
            <a:ext cx="406598" cy="266700"/>
          </a:xfrm>
          <a:prstGeom prst="rect">
            <a:avLst/>
          </a:prstGeom>
          <a:noFill/>
          <a:ln/>
        </p:spPr>
        <p:txBody>
          <a:bodyPr wrap="square" lIns="25400" tIns="25400" rIns="25400" bIns="25400" rtlCol="0" anchor="t">
            <a:normAutofit fontScale="92500" lnSpcReduction="10000"/>
          </a:bodyPr>
          <a:lstStyle/>
          <a:p>
            <a:pPr marL="0" indent="0" algn="l">
              <a:lnSpc>
                <a:spcPct val="87273"/>
              </a:lnSpc>
              <a:buNone/>
            </a:pPr>
            <a:r>
              <a:rPr lang="en-US" sz="1800" dirty="0">
                <a:solidFill>
                  <a:srgbClr val="5E7480"/>
                </a:solidFill>
                <a:latin typeface="Arial" pitchFamily="34" charset="0"/>
                <a:ea typeface="Arial" pitchFamily="34" charset="-122"/>
                <a:cs typeface="Arial" pitchFamily="34" charset="-120"/>
              </a:rPr>
              <a:t>5%</a:t>
            </a:r>
            <a:endParaRPr lang="en-US" sz="1800" dirty="0"/>
          </a:p>
        </p:txBody>
      </p:sp>
      <p:pic>
        <p:nvPicPr>
          <p:cNvPr id="2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29750" y="5467350"/>
            <a:ext cx="5905500" cy="1104900"/>
          </a:xfrm>
          <a:prstGeom prst="rect">
            <a:avLst/>
          </a:prstGeom>
        </p:spPr>
      </p:pic>
      <p:sp>
        <p:nvSpPr>
          <p:cNvPr id="25" name="Text 21"/>
          <p:cNvSpPr/>
          <p:nvPr/>
        </p:nvSpPr>
        <p:spPr>
          <a:xfrm>
            <a:off x="9462046" y="6785521"/>
            <a:ext cx="8963193" cy="390525"/>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5E7480"/>
                </a:solidFill>
                <a:latin typeface="Arial" pitchFamily="34" charset="0"/>
                <a:ea typeface="Arial" pitchFamily="34" charset="-122"/>
                <a:cs typeface="Arial" pitchFamily="34" charset="-120"/>
              </a:rPr>
              <a:t>It memorised the shape of a citation, not this one.</a:t>
            </a:r>
            <a:endParaRPr lang="en-US" sz="2400" dirty="0"/>
          </a:p>
        </p:txBody>
      </p:sp>
      <p:sp>
        <p:nvSpPr>
          <p:cNvPr id="26" name="Text 22"/>
          <p:cNvSpPr/>
          <p:nvPr/>
        </p:nvSpPr>
        <p:spPr>
          <a:xfrm>
            <a:off x="2481426" y="8874307"/>
            <a:ext cx="13325148" cy="1202616"/>
          </a:xfrm>
          <a:prstGeom prst="rect">
            <a:avLst/>
          </a:prstGeom>
          <a:noFill/>
          <a:ln/>
        </p:spPr>
        <p:txBody>
          <a:bodyPr wrap="square" lIns="25400" tIns="25400" rIns="25400" bIns="25400" rtlCol="0" anchor="t">
            <a:normAutofit/>
          </a:bodyPr>
          <a:lstStyle/>
          <a:p>
            <a:pPr marL="0" indent="0" algn="l">
              <a:lnSpc>
                <a:spcPct val="111654"/>
              </a:lnSpc>
              <a:buNone/>
            </a:pPr>
            <a:r>
              <a:rPr lang="en-US" sz="2220" b="1" dirty="0">
                <a:solidFill>
                  <a:srgbClr val="123A4C"/>
                </a:solidFill>
                <a:latin typeface="Arial" pitchFamily="34" charset="0"/>
                <a:ea typeface="Arial" pitchFamily="34" charset="-122"/>
                <a:cs typeface="Arial" pitchFamily="34" charset="-120"/>
              </a:rPr>
              <a:t>The model is just as fluent and confident producing a rare, shaky fact as a common, solid one.</a:t>
            </a:r>
          </a:p>
          <a:p>
            <a:pPr marL="0" indent="0" algn="l">
              <a:lnSpc>
                <a:spcPct val="111654"/>
              </a:lnSpc>
              <a:buNone/>
            </a:pPr>
            <a:endParaRPr lang="en-US" sz="2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900" y="781050"/>
            <a:ext cx="17686020" cy="590550"/>
          </a:xfrm>
          <a:prstGeom prst="rect">
            <a:avLst/>
          </a:prstGeom>
          <a:noFill/>
          <a:ln/>
        </p:spPr>
        <p:txBody>
          <a:bodyPr wrap="square" lIns="25400" tIns="25400" rIns="25400" bIns="25400" rtlCol="0" anchor="t">
            <a:normAutofit lnSpcReduction="10000"/>
          </a:bodyPr>
          <a:lstStyle/>
          <a:p>
            <a:pPr marL="0" indent="0" algn="l">
              <a:lnSpc>
                <a:spcPct val="86567"/>
              </a:lnSpc>
              <a:buNone/>
            </a:pPr>
            <a:r>
              <a:rPr lang="en-US" sz="4350" b="1" kern="0" spc="-90" dirty="0">
                <a:solidFill>
                  <a:srgbClr val="123A4C"/>
                </a:solidFill>
                <a:latin typeface="Arial" pitchFamily="34" charset="0"/>
                <a:ea typeface="Arial" pitchFamily="34" charset="-122"/>
                <a:cs typeface="Arial" pitchFamily="34" charset="-120"/>
              </a:rPr>
              <a:t>When they happen</a:t>
            </a:r>
            <a:endParaRPr lang="en-US" sz="4350" dirty="0"/>
          </a:p>
        </p:txBody>
      </p:sp>
      <p:sp>
        <p:nvSpPr>
          <p:cNvPr id="3" name="Shape 1"/>
          <p:cNvSpPr/>
          <p:nvPr/>
        </p:nvSpPr>
        <p:spPr>
          <a:xfrm>
            <a:off x="1607728" y="2539190"/>
            <a:ext cx="14668500" cy="1066800"/>
          </a:xfrm>
          <a:prstGeom prst="rect">
            <a:avLst/>
          </a:prstGeom>
          <a:ln w="19050">
            <a:solidFill>
              <a:srgbClr val="E3E7E9"/>
            </a:solidFill>
            <a:prstDash val="solid"/>
          </a:ln>
        </p:spPr>
        <p:txBody>
          <a:bodyPr/>
          <a:lstStyle/>
          <a:p>
            <a:endParaRPr lang="en-GB"/>
          </a:p>
        </p:txBody>
      </p:sp>
      <p:sp>
        <p:nvSpPr>
          <p:cNvPr id="4" name="Text 2"/>
          <p:cNvSpPr/>
          <p:nvPr/>
        </p:nvSpPr>
        <p:spPr>
          <a:xfrm>
            <a:off x="2069691" y="2843990"/>
            <a:ext cx="14144625"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Asking for specifics</a:t>
            </a:r>
            <a:endParaRPr lang="en-US" sz="3000" dirty="0"/>
          </a:p>
        </p:txBody>
      </p:sp>
      <p:sp>
        <p:nvSpPr>
          <p:cNvPr id="5" name="Shape 3"/>
          <p:cNvSpPr/>
          <p:nvPr/>
        </p:nvSpPr>
        <p:spPr>
          <a:xfrm>
            <a:off x="1607728" y="3834590"/>
            <a:ext cx="14668500" cy="1066800"/>
          </a:xfrm>
          <a:prstGeom prst="rect">
            <a:avLst/>
          </a:prstGeom>
          <a:ln w="19050">
            <a:solidFill>
              <a:srgbClr val="E3E7E9"/>
            </a:solidFill>
            <a:prstDash val="solid"/>
          </a:ln>
        </p:spPr>
        <p:txBody>
          <a:bodyPr/>
          <a:lstStyle/>
          <a:p>
            <a:endParaRPr lang="en-GB"/>
          </a:p>
        </p:txBody>
      </p:sp>
      <p:sp>
        <p:nvSpPr>
          <p:cNvPr id="6" name="Text 4"/>
          <p:cNvSpPr/>
          <p:nvPr/>
        </p:nvSpPr>
        <p:spPr>
          <a:xfrm>
            <a:off x="2069691" y="4139390"/>
            <a:ext cx="14144625"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The topic is obscure, niche or very recent</a:t>
            </a:r>
            <a:endParaRPr lang="en-US" sz="3000" dirty="0"/>
          </a:p>
        </p:txBody>
      </p:sp>
      <p:sp>
        <p:nvSpPr>
          <p:cNvPr id="7" name="Shape 5"/>
          <p:cNvSpPr/>
          <p:nvPr/>
        </p:nvSpPr>
        <p:spPr>
          <a:xfrm>
            <a:off x="1607728" y="5129990"/>
            <a:ext cx="14668500" cy="1066800"/>
          </a:xfrm>
          <a:prstGeom prst="rect">
            <a:avLst/>
          </a:prstGeom>
          <a:ln w="19050">
            <a:solidFill>
              <a:srgbClr val="E3E7E9"/>
            </a:solidFill>
            <a:prstDash val="solid"/>
          </a:ln>
        </p:spPr>
        <p:txBody>
          <a:bodyPr/>
          <a:lstStyle/>
          <a:p>
            <a:endParaRPr lang="en-GB"/>
          </a:p>
        </p:txBody>
      </p:sp>
      <p:sp>
        <p:nvSpPr>
          <p:cNvPr id="8" name="Text 6"/>
          <p:cNvSpPr/>
          <p:nvPr/>
        </p:nvSpPr>
        <p:spPr>
          <a:xfrm>
            <a:off x="2069691" y="5434790"/>
            <a:ext cx="14144625"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It is real but not widely known</a:t>
            </a:r>
            <a:endParaRPr lang="en-US" sz="3000" dirty="0"/>
          </a:p>
        </p:txBody>
      </p:sp>
      <p:sp>
        <p:nvSpPr>
          <p:cNvPr id="9" name="Shape 7"/>
          <p:cNvSpPr/>
          <p:nvPr/>
        </p:nvSpPr>
        <p:spPr>
          <a:xfrm>
            <a:off x="1607728" y="6425390"/>
            <a:ext cx="14668500" cy="1066800"/>
          </a:xfrm>
          <a:prstGeom prst="rect">
            <a:avLst/>
          </a:prstGeom>
          <a:ln w="19050">
            <a:solidFill>
              <a:srgbClr val="E3E7E9"/>
            </a:solidFill>
            <a:prstDash val="solid"/>
          </a:ln>
        </p:spPr>
        <p:txBody>
          <a:bodyPr/>
          <a:lstStyle/>
          <a:p>
            <a:endParaRPr lang="en-GB"/>
          </a:p>
        </p:txBody>
      </p:sp>
      <p:sp>
        <p:nvSpPr>
          <p:cNvPr id="10" name="Text 8"/>
          <p:cNvSpPr/>
          <p:nvPr/>
        </p:nvSpPr>
        <p:spPr>
          <a:xfrm>
            <a:off x="2069691" y="6730190"/>
            <a:ext cx="14144625"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You need exact details</a:t>
            </a:r>
            <a:endParaRPr lang="en-US" sz="3000" dirty="0"/>
          </a:p>
        </p:txBody>
      </p:sp>
      <p:sp>
        <p:nvSpPr>
          <p:cNvPr id="12" name="TextBox 11">
            <a:extLst>
              <a:ext uri="{FF2B5EF4-FFF2-40B4-BE49-F238E27FC236}">
                <a16:creationId xmlns:a16="http://schemas.microsoft.com/office/drawing/2014/main" id="{2EC9E4CA-29AA-7D09-6265-82BEC4C2ECCB}"/>
              </a:ext>
            </a:extLst>
          </p:cNvPr>
          <p:cNvSpPr txBox="1"/>
          <p:nvPr/>
        </p:nvSpPr>
        <p:spPr>
          <a:xfrm>
            <a:off x="1104901" y="8668861"/>
            <a:ext cx="15779602" cy="964559"/>
          </a:xfrm>
          <a:prstGeom prst="rect">
            <a:avLst/>
          </a:prstGeom>
          <a:noFill/>
        </p:spPr>
        <p:txBody>
          <a:bodyPr wrap="square">
            <a:spAutoFit/>
          </a:bodyPr>
          <a:lstStyle/>
          <a:p>
            <a:pPr algn="ctr">
              <a:lnSpc>
                <a:spcPct val="111654"/>
              </a:lnSpc>
            </a:pPr>
            <a:r>
              <a:rPr lang="en-US" sz="2600" b="1" dirty="0"/>
              <a:t>In this scenarios, LLM it takes a guess but that guess might be wrong. Nothing in cross-entropy loss rewards correctness as such, it rewards matching the distribution of the training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75346" y="3682305"/>
            <a:ext cx="14826726" cy="1799630"/>
          </a:xfrm>
          <a:prstGeom prst="rect">
            <a:avLst/>
          </a:prstGeom>
          <a:noFill/>
          <a:ln/>
        </p:spPr>
        <p:txBody>
          <a:bodyPr wrap="square" lIns="25400" tIns="25400" rIns="25400" bIns="25400" rtlCol="0" anchor="t">
            <a:normAutofit/>
          </a:bodyPr>
          <a:lstStyle/>
          <a:p>
            <a:pPr marL="0" indent="0" algn="l">
              <a:lnSpc>
                <a:spcPct val="86083"/>
              </a:lnSpc>
              <a:buNone/>
            </a:pPr>
            <a:r>
              <a:rPr lang="en-US" sz="6600" b="1" kern="0" spc="-150" dirty="0">
                <a:solidFill>
                  <a:srgbClr val="123A4C"/>
                </a:solidFill>
                <a:latin typeface="Arial" pitchFamily="34" charset="0"/>
                <a:ea typeface="Arial" pitchFamily="34" charset="-122"/>
                <a:cs typeface="Arial" pitchFamily="34" charset="-120"/>
              </a:rPr>
              <a:t>Where have you caught an LLM being confidently wrong?</a:t>
            </a:r>
            <a:endParaRPr lang="en-US" sz="6600" dirty="0"/>
          </a:p>
        </p:txBody>
      </p:sp>
      <p:sp>
        <p:nvSpPr>
          <p:cNvPr id="3" name="Text 1"/>
          <p:cNvSpPr/>
          <p:nvPr/>
        </p:nvSpPr>
        <p:spPr>
          <a:xfrm>
            <a:off x="1575346" y="6054998"/>
            <a:ext cx="17677055" cy="47625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3B5F70"/>
                </a:solidFill>
                <a:latin typeface="Arial" pitchFamily="34" charset="0"/>
                <a:ea typeface="Arial" pitchFamily="34" charset="-122"/>
                <a:cs typeface="Arial" pitchFamily="34" charset="-120"/>
              </a:rPr>
              <a:t>And how did you notice?</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661587"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Why they persist</a:t>
            </a:r>
            <a:endParaRPr lang="en-US" sz="4350" dirty="0"/>
          </a:p>
        </p:txBody>
      </p:sp>
      <p:sp>
        <p:nvSpPr>
          <p:cNvPr id="3" name="Text 1"/>
          <p:cNvSpPr/>
          <p:nvPr/>
        </p:nvSpPr>
        <p:spPr>
          <a:xfrm>
            <a:off x="1156246" y="1708696"/>
            <a:ext cx="9553754" cy="500137"/>
          </a:xfrm>
          <a:prstGeom prst="rect">
            <a:avLst/>
          </a:prstGeom>
          <a:noFill/>
          <a:ln/>
        </p:spPr>
        <p:txBody>
          <a:bodyPr wrap="square" lIns="25400" tIns="25400" rIns="25400" bIns="25400" rtlCol="0" anchor="t">
            <a:normAutofit/>
          </a:bodyPr>
          <a:lstStyle/>
          <a:p>
            <a:pPr marL="0" indent="0" algn="l">
              <a:lnSpc>
                <a:spcPct val="131114"/>
              </a:lnSpc>
              <a:buNone/>
            </a:pPr>
            <a:r>
              <a:rPr lang="en-US" sz="2400" dirty="0">
                <a:solidFill>
                  <a:srgbClr val="123A4C"/>
                </a:solidFill>
                <a:latin typeface="Arial" pitchFamily="34" charset="0"/>
                <a:ea typeface="Arial" pitchFamily="34" charset="-122"/>
                <a:cs typeface="Arial" pitchFamily="34" charset="-120"/>
              </a:rPr>
              <a:t>Models are optimised to be good test-takers.</a:t>
            </a:r>
            <a:endParaRPr lang="en-US" sz="2400" dirty="0"/>
          </a:p>
        </p:txBody>
      </p:sp>
      <p:sp>
        <p:nvSpPr>
          <p:cNvPr id="13" name="Text 11"/>
          <p:cNvSpPr/>
          <p:nvPr/>
        </p:nvSpPr>
        <p:spPr>
          <a:xfrm>
            <a:off x="1532563" y="2986313"/>
            <a:ext cx="455402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225" dirty="0">
                <a:solidFill>
                  <a:srgbClr val="5E7480"/>
                </a:solidFill>
                <a:latin typeface="Arial" pitchFamily="34" charset="0"/>
                <a:ea typeface="Arial" pitchFamily="34" charset="-122"/>
                <a:cs typeface="Arial" pitchFamily="34" charset="-120"/>
              </a:rPr>
              <a:t>HOW THE BENCHMARK MARKS IT</a:t>
            </a:r>
            <a:endParaRPr lang="en-US" sz="1605" dirty="0"/>
          </a:p>
        </p:txBody>
      </p:sp>
      <p:sp>
        <p:nvSpPr>
          <p:cNvPr id="23" name="Text 21"/>
          <p:cNvSpPr/>
          <p:nvPr/>
        </p:nvSpPr>
        <p:spPr>
          <a:xfrm>
            <a:off x="10710000" y="4185279"/>
            <a:ext cx="5860667" cy="3296839"/>
          </a:xfrm>
          <a:prstGeom prst="rect">
            <a:avLst/>
          </a:prstGeom>
          <a:noFill/>
          <a:ln/>
        </p:spPr>
        <p:txBody>
          <a:bodyPr wrap="square" lIns="25400" tIns="25400" rIns="25400" bIns="25400" rtlCol="0" anchor="t">
            <a:normAutofit/>
          </a:bodyPr>
          <a:lstStyle/>
          <a:p>
            <a:pPr>
              <a:lnSpc>
                <a:spcPct val="111654"/>
              </a:lnSpc>
            </a:pPr>
            <a:r>
              <a:rPr lang="en-US" sz="2400" b="1" dirty="0">
                <a:solidFill>
                  <a:srgbClr val="123A4C"/>
                </a:solidFill>
                <a:latin typeface="Arial" pitchFamily="34" charset="0"/>
                <a:ea typeface="Arial" pitchFamily="34" charset="-122"/>
                <a:cs typeface="Arial" pitchFamily="34" charset="-120"/>
              </a:rPr>
              <a:t>Under this scoring system, a guess always beats saying “I don't know.” It costs nothing extra compared with abstaining, but occasionally wins. </a:t>
            </a:r>
          </a:p>
          <a:p>
            <a:pPr>
              <a:lnSpc>
                <a:spcPct val="111654"/>
              </a:lnSpc>
            </a:pPr>
            <a:endParaRPr lang="en-US" sz="2400" b="1" dirty="0">
              <a:solidFill>
                <a:srgbClr val="123A4C"/>
              </a:solidFill>
              <a:latin typeface="Arial" pitchFamily="34" charset="0"/>
              <a:ea typeface="Arial" pitchFamily="34" charset="-122"/>
              <a:cs typeface="Arial" pitchFamily="34" charset="-120"/>
            </a:endParaRPr>
          </a:p>
          <a:p>
            <a:pPr>
              <a:lnSpc>
                <a:spcPct val="111654"/>
              </a:lnSpc>
            </a:pPr>
            <a:r>
              <a:rPr lang="en-US" sz="2400" b="1" dirty="0">
                <a:solidFill>
                  <a:srgbClr val="123A4C"/>
                </a:solidFill>
                <a:latin typeface="Arial" pitchFamily="34" charset="0"/>
                <a:ea typeface="Arial" pitchFamily="34" charset="-122"/>
                <a:cs typeface="Arial" pitchFamily="34" charset="-120"/>
              </a:rPr>
              <a:t>Confidence is what gets trained in.</a:t>
            </a:r>
            <a:endParaRPr lang="en-US" sz="2400" b="1" dirty="0"/>
          </a:p>
        </p:txBody>
      </p:sp>
      <p:grpSp>
        <p:nvGrpSpPr>
          <p:cNvPr id="29" name="Group 28">
            <a:extLst>
              <a:ext uri="{FF2B5EF4-FFF2-40B4-BE49-F238E27FC236}">
                <a16:creationId xmlns:a16="http://schemas.microsoft.com/office/drawing/2014/main" id="{5598F576-13EB-D9A0-63CA-8CF834CD6BD7}"/>
              </a:ext>
            </a:extLst>
          </p:cNvPr>
          <p:cNvGrpSpPr/>
          <p:nvPr/>
        </p:nvGrpSpPr>
        <p:grpSpPr>
          <a:xfrm>
            <a:off x="1532563" y="3556925"/>
            <a:ext cx="7131235" cy="4227166"/>
            <a:chOff x="10145985" y="2407356"/>
            <a:chExt cx="7131235" cy="4227166"/>
          </a:xfrm>
        </p:grpSpPr>
        <p:sp>
          <p:nvSpPr>
            <p:cNvPr id="9" name="Shape 7"/>
            <p:cNvSpPr/>
            <p:nvPr/>
          </p:nvSpPr>
          <p:spPr>
            <a:xfrm>
              <a:off x="10145985" y="2407356"/>
              <a:ext cx="7037040" cy="4227165"/>
            </a:xfrm>
            <a:prstGeom prst="rect">
              <a:avLst/>
            </a:prstGeom>
            <a:ln w="9525">
              <a:solidFill>
                <a:srgbClr val="C9D6DD"/>
              </a:solidFill>
              <a:prstDash val="solid"/>
            </a:ln>
          </p:spPr>
          <p:txBody>
            <a:bodyPr/>
            <a:lstStyle/>
            <a:p>
              <a:endParaRPr lang="en-GB"/>
            </a:p>
          </p:txBody>
        </p:sp>
        <p:sp>
          <p:nvSpPr>
            <p:cNvPr id="10" name="Shape 8"/>
            <p:cNvSpPr/>
            <p:nvPr/>
          </p:nvSpPr>
          <p:spPr>
            <a:xfrm>
              <a:off x="10393635" y="5704866"/>
              <a:ext cx="495300" cy="495300"/>
            </a:xfrm>
            <a:prstGeom prst="rect">
              <a:avLst/>
            </a:prstGeom>
            <a:solidFill>
              <a:srgbClr val="7F98A3"/>
            </a:solidFill>
            <a:ln/>
          </p:spPr>
          <p:txBody>
            <a:bodyPr/>
            <a:lstStyle/>
            <a:p>
              <a:endParaRPr lang="en-GB"/>
            </a:p>
          </p:txBody>
        </p:sp>
        <p:sp>
          <p:nvSpPr>
            <p:cNvPr id="11" name="Shape 9"/>
            <p:cNvSpPr/>
            <p:nvPr/>
          </p:nvSpPr>
          <p:spPr>
            <a:xfrm>
              <a:off x="10393635" y="4266591"/>
              <a:ext cx="495300" cy="495300"/>
            </a:xfrm>
            <a:prstGeom prst="rect">
              <a:avLst/>
            </a:prstGeom>
            <a:solidFill>
              <a:srgbClr val="D9694E"/>
            </a:solidFill>
            <a:ln/>
          </p:spPr>
          <p:txBody>
            <a:bodyPr/>
            <a:lstStyle/>
            <a:p>
              <a:endParaRPr lang="en-GB"/>
            </a:p>
          </p:txBody>
        </p:sp>
        <p:sp>
          <p:nvSpPr>
            <p:cNvPr id="12" name="Shape 10"/>
            <p:cNvSpPr/>
            <p:nvPr/>
          </p:nvSpPr>
          <p:spPr>
            <a:xfrm>
              <a:off x="10393635" y="2828316"/>
              <a:ext cx="495300" cy="495300"/>
            </a:xfrm>
            <a:prstGeom prst="rect">
              <a:avLst/>
            </a:prstGeom>
            <a:solidFill>
              <a:srgbClr val="2E8C63"/>
            </a:solidFill>
            <a:ln/>
          </p:spPr>
          <p:txBody>
            <a:bodyPr/>
            <a:lstStyle/>
            <a:p>
              <a:endParaRPr lang="en-GB"/>
            </a:p>
          </p:txBody>
        </p:sp>
        <p:sp>
          <p:nvSpPr>
            <p:cNvPr id="14" name="Text 12"/>
            <p:cNvSpPr/>
            <p:nvPr/>
          </p:nvSpPr>
          <p:spPr>
            <a:xfrm>
              <a:off x="10330755" y="2949239"/>
              <a:ext cx="621060" cy="381000"/>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a:t>
              </a:r>
              <a:endParaRPr lang="en-US" sz="2250" dirty="0"/>
            </a:p>
          </p:txBody>
        </p:sp>
        <p:sp>
          <p:nvSpPr>
            <p:cNvPr id="15" name="Text 13"/>
            <p:cNvSpPr/>
            <p:nvPr/>
          </p:nvSpPr>
          <p:spPr>
            <a:xfrm>
              <a:off x="11168955" y="2906709"/>
              <a:ext cx="5802139" cy="360983"/>
            </a:xfrm>
            <a:prstGeom prst="rect">
              <a:avLst/>
            </a:prstGeom>
            <a:noFill/>
            <a:ln/>
          </p:spPr>
          <p:txBody>
            <a:bodyPr wrap="square" lIns="25400" tIns="25400" rIns="25400" bIns="25400" rtlCol="0" anchor="t">
              <a:noAutofit/>
            </a:bodyPr>
            <a:lstStyle/>
            <a:p>
              <a:pPr marL="0" indent="0" algn="l">
                <a:lnSpc>
                  <a:spcPct val="97730"/>
                </a:lnSpc>
                <a:buNone/>
              </a:pPr>
              <a:r>
                <a:rPr lang="en-US" sz="2500" dirty="0">
                  <a:solidFill>
                    <a:srgbClr val="123A4C"/>
                  </a:solidFill>
                  <a:latin typeface="Arial" pitchFamily="34" charset="0"/>
                  <a:ea typeface="Arial" pitchFamily="34" charset="-122"/>
                  <a:cs typeface="Arial" pitchFamily="34" charset="-120"/>
                </a:rPr>
                <a:t>Correct answer</a:t>
              </a:r>
              <a:endParaRPr lang="en-US" sz="2500" dirty="0"/>
            </a:p>
          </p:txBody>
        </p:sp>
        <p:sp>
          <p:nvSpPr>
            <p:cNvPr id="16" name="Text 14"/>
            <p:cNvSpPr/>
            <p:nvPr/>
          </p:nvSpPr>
          <p:spPr>
            <a:xfrm>
              <a:off x="16461060" y="2836874"/>
              <a:ext cx="651570" cy="490538"/>
            </a:xfrm>
            <a:prstGeom prst="rect">
              <a:avLst/>
            </a:prstGeom>
            <a:noFill/>
            <a:ln/>
          </p:spPr>
          <p:txBody>
            <a:bodyPr wrap="square" lIns="25400" tIns="25400" rIns="25400" bIns="25400" rtlCol="0" anchor="t">
              <a:normAutofit/>
            </a:bodyPr>
            <a:lstStyle/>
            <a:p>
              <a:pPr marL="0" indent="0" algn="l">
                <a:buNone/>
              </a:pPr>
              <a:r>
                <a:rPr lang="en-US" sz="2700" dirty="0">
                  <a:solidFill>
                    <a:srgbClr val="2E8C63"/>
                  </a:solidFill>
                  <a:latin typeface="Courier New" pitchFamily="34" charset="0"/>
                  <a:ea typeface="Courier New" pitchFamily="34" charset="-122"/>
                  <a:cs typeface="Courier New" pitchFamily="34" charset="-120"/>
                </a:rPr>
                <a:t>+1</a:t>
              </a:r>
              <a:endParaRPr lang="en-US" sz="2700" dirty="0"/>
            </a:p>
          </p:txBody>
        </p:sp>
        <p:sp>
          <p:nvSpPr>
            <p:cNvPr id="17" name="Text 15"/>
            <p:cNvSpPr/>
            <p:nvPr/>
          </p:nvSpPr>
          <p:spPr>
            <a:xfrm>
              <a:off x="10330755" y="4394211"/>
              <a:ext cx="621060" cy="366713"/>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a:t>
              </a:r>
              <a:endParaRPr lang="en-US" sz="2250" dirty="0"/>
            </a:p>
          </p:txBody>
        </p:sp>
        <p:sp>
          <p:nvSpPr>
            <p:cNvPr id="18" name="Text 16"/>
            <p:cNvSpPr/>
            <p:nvPr/>
          </p:nvSpPr>
          <p:spPr>
            <a:xfrm>
              <a:off x="11168955" y="4344984"/>
              <a:ext cx="6108265" cy="360983"/>
            </a:xfrm>
            <a:prstGeom prst="rect">
              <a:avLst/>
            </a:prstGeom>
            <a:noFill/>
            <a:ln/>
          </p:spPr>
          <p:txBody>
            <a:bodyPr wrap="square" lIns="25400" tIns="25400" rIns="25400" bIns="25400" rtlCol="0" anchor="t">
              <a:noAutofit/>
            </a:bodyPr>
            <a:lstStyle/>
            <a:p>
              <a:pPr marL="0" indent="0" algn="l">
                <a:lnSpc>
                  <a:spcPct val="97730"/>
                </a:lnSpc>
                <a:buNone/>
              </a:pPr>
              <a:r>
                <a:rPr lang="en-US" sz="2500" dirty="0">
                  <a:solidFill>
                    <a:srgbClr val="123A4C"/>
                  </a:solidFill>
                  <a:latin typeface="Arial" pitchFamily="34" charset="0"/>
                  <a:ea typeface="Arial" pitchFamily="34" charset="-122"/>
                  <a:cs typeface="Arial" pitchFamily="34" charset="-120"/>
                </a:rPr>
                <a:t>Confident guess, wrong</a:t>
              </a:r>
              <a:endParaRPr lang="en-US" sz="2500" dirty="0"/>
            </a:p>
          </p:txBody>
        </p:sp>
        <p:sp>
          <p:nvSpPr>
            <p:cNvPr id="19" name="Text 17"/>
            <p:cNvSpPr/>
            <p:nvPr/>
          </p:nvSpPr>
          <p:spPr>
            <a:xfrm>
              <a:off x="16723891" y="4275149"/>
              <a:ext cx="388665" cy="619125"/>
            </a:xfrm>
            <a:prstGeom prst="rect">
              <a:avLst/>
            </a:prstGeom>
            <a:noFill/>
            <a:ln/>
          </p:spPr>
          <p:txBody>
            <a:bodyPr wrap="square" lIns="25400" tIns="25400" rIns="25400" bIns="25400" rtlCol="0" anchor="t">
              <a:normAutofit/>
            </a:bodyPr>
            <a:lstStyle/>
            <a:p>
              <a:pPr marL="0" indent="0" algn="l">
                <a:buNone/>
              </a:pPr>
              <a:r>
                <a:rPr lang="en-US" sz="3450" dirty="0">
                  <a:solidFill>
                    <a:srgbClr val="B85235"/>
                  </a:solidFill>
                  <a:latin typeface="Courier New" pitchFamily="34" charset="0"/>
                  <a:ea typeface="Courier New" pitchFamily="34" charset="-122"/>
                  <a:cs typeface="Courier New" pitchFamily="34" charset="-120"/>
                </a:rPr>
                <a:t>0</a:t>
              </a:r>
              <a:endParaRPr lang="en-US" sz="3450" dirty="0"/>
            </a:p>
          </p:txBody>
        </p:sp>
        <p:sp>
          <p:nvSpPr>
            <p:cNvPr id="20" name="Text 18"/>
            <p:cNvSpPr/>
            <p:nvPr/>
          </p:nvSpPr>
          <p:spPr>
            <a:xfrm>
              <a:off x="10330755" y="5832486"/>
              <a:ext cx="621060" cy="366713"/>
            </a:xfrm>
            <a:prstGeom prst="rect">
              <a:avLst/>
            </a:prstGeom>
            <a:noFill/>
            <a:ln/>
          </p:spPr>
          <p:txBody>
            <a:bodyPr wrap="square" lIns="25400" tIns="25400" rIns="25400" bIns="25400" rtlCol="0" anchor="t">
              <a:normAutofit lnSpcReduction="10000"/>
            </a:bodyPr>
            <a:lstStyle/>
            <a:p>
              <a:pPr marL="0" indent="0" algn="ctr">
                <a:buNone/>
              </a:pPr>
              <a:r>
                <a:rPr lang="en-US" sz="2250" b="1" dirty="0">
                  <a:solidFill>
                    <a:srgbClr val="FFFFFF"/>
                  </a:solidFill>
                  <a:latin typeface="Arial" pitchFamily="34" charset="0"/>
                  <a:ea typeface="Arial" pitchFamily="34" charset="-122"/>
                  <a:cs typeface="Arial" pitchFamily="34" charset="-120"/>
                </a:rPr>
                <a:t>–</a:t>
              </a:r>
              <a:endParaRPr lang="en-US" sz="2250" dirty="0"/>
            </a:p>
          </p:txBody>
        </p:sp>
        <p:sp>
          <p:nvSpPr>
            <p:cNvPr id="21" name="Text 19"/>
            <p:cNvSpPr/>
            <p:nvPr/>
          </p:nvSpPr>
          <p:spPr>
            <a:xfrm>
              <a:off x="11168955" y="5825789"/>
              <a:ext cx="6108265" cy="356815"/>
            </a:xfrm>
            <a:prstGeom prst="rect">
              <a:avLst/>
            </a:prstGeom>
            <a:noFill/>
            <a:ln/>
          </p:spPr>
          <p:txBody>
            <a:bodyPr wrap="square" lIns="25400" tIns="25400" rIns="25400" bIns="25400" rtlCol="0" anchor="t">
              <a:normAutofit lnSpcReduction="10000"/>
            </a:bodyPr>
            <a:lstStyle/>
            <a:p>
              <a:pPr marL="0" indent="0" algn="l">
                <a:lnSpc>
                  <a:spcPct val="86919"/>
                </a:lnSpc>
                <a:buNone/>
              </a:pPr>
              <a:r>
                <a:rPr lang="en-US" sz="2498" dirty="0">
                  <a:solidFill>
                    <a:srgbClr val="123A4C"/>
                  </a:solidFill>
                  <a:latin typeface="Arial" pitchFamily="34" charset="0"/>
                  <a:ea typeface="Arial" pitchFamily="34" charset="-122"/>
                  <a:cs typeface="Arial" pitchFamily="34" charset="-120"/>
                </a:rPr>
                <a:t>“I don't know”</a:t>
              </a:r>
              <a:endParaRPr lang="en-US" sz="2498" dirty="0"/>
            </a:p>
          </p:txBody>
        </p:sp>
        <p:sp>
          <p:nvSpPr>
            <p:cNvPr id="22" name="Text 20"/>
            <p:cNvSpPr/>
            <p:nvPr/>
          </p:nvSpPr>
          <p:spPr>
            <a:xfrm>
              <a:off x="16723891" y="5713424"/>
              <a:ext cx="388665" cy="619125"/>
            </a:xfrm>
            <a:prstGeom prst="rect">
              <a:avLst/>
            </a:prstGeom>
            <a:noFill/>
            <a:ln/>
          </p:spPr>
          <p:txBody>
            <a:bodyPr wrap="square" lIns="25400" tIns="25400" rIns="25400" bIns="25400" rtlCol="0" anchor="t">
              <a:normAutofit/>
            </a:bodyPr>
            <a:lstStyle/>
            <a:p>
              <a:pPr marL="0" indent="0" algn="l">
                <a:buNone/>
              </a:pPr>
              <a:r>
                <a:rPr lang="en-US" sz="3450" dirty="0">
                  <a:solidFill>
                    <a:srgbClr val="5E7480"/>
                  </a:solidFill>
                  <a:latin typeface="Courier New" pitchFamily="34" charset="0"/>
                  <a:ea typeface="Courier New" pitchFamily="34" charset="-122"/>
                  <a:cs typeface="Courier New" pitchFamily="34" charset="-120"/>
                </a:rPr>
                <a:t>0</a:t>
              </a:r>
              <a:endParaRPr lang="en-US" sz="3450" dirty="0"/>
            </a:p>
          </p:txBody>
        </p:sp>
        <p:sp>
          <p:nvSpPr>
            <p:cNvPr id="24" name="Shape 22"/>
            <p:cNvSpPr/>
            <p:nvPr/>
          </p:nvSpPr>
          <p:spPr>
            <a:xfrm>
              <a:off x="10145985" y="2407356"/>
              <a:ext cx="7037040" cy="12353"/>
            </a:xfrm>
            <a:prstGeom prst="rect">
              <a:avLst/>
            </a:prstGeom>
            <a:solidFill>
              <a:srgbClr val="E0E6EA"/>
            </a:solidFill>
            <a:ln/>
          </p:spPr>
          <p:txBody>
            <a:bodyPr/>
            <a:lstStyle/>
            <a:p>
              <a:endParaRPr lang="en-GB"/>
            </a:p>
          </p:txBody>
        </p:sp>
        <p:sp>
          <p:nvSpPr>
            <p:cNvPr id="25" name="Shape 23"/>
            <p:cNvSpPr/>
            <p:nvPr/>
          </p:nvSpPr>
          <p:spPr>
            <a:xfrm>
              <a:off x="10145985" y="3795104"/>
              <a:ext cx="7037040" cy="12353"/>
            </a:xfrm>
            <a:prstGeom prst="rect">
              <a:avLst/>
            </a:prstGeom>
            <a:solidFill>
              <a:srgbClr val="E0E6EA"/>
            </a:solidFill>
            <a:ln/>
          </p:spPr>
          <p:txBody>
            <a:bodyPr/>
            <a:lstStyle/>
            <a:p>
              <a:endParaRPr lang="en-GB"/>
            </a:p>
          </p:txBody>
        </p:sp>
        <p:sp>
          <p:nvSpPr>
            <p:cNvPr id="26" name="Shape 24"/>
            <p:cNvSpPr/>
            <p:nvPr/>
          </p:nvSpPr>
          <p:spPr>
            <a:xfrm>
              <a:off x="10145985" y="5233379"/>
              <a:ext cx="7037040" cy="12353"/>
            </a:xfrm>
            <a:prstGeom prst="rect">
              <a:avLst/>
            </a:prstGeom>
            <a:solidFill>
              <a:srgbClr val="E0E6EA"/>
            </a:solidFill>
            <a:ln/>
          </p:spPr>
          <p:txBody>
            <a:bodyPr/>
            <a:lstStyle/>
            <a:p>
              <a:endParaRPr lang="en-GB"/>
            </a:p>
          </p:txBody>
        </p:sp>
        <p:sp>
          <p:nvSpPr>
            <p:cNvPr id="27" name="Shape 25"/>
            <p:cNvSpPr/>
            <p:nvPr/>
          </p:nvSpPr>
          <p:spPr>
            <a:xfrm>
              <a:off x="10145985" y="6622169"/>
              <a:ext cx="7037040" cy="12353"/>
            </a:xfrm>
            <a:prstGeom prst="rect">
              <a:avLst/>
            </a:prstGeom>
            <a:solidFill>
              <a:srgbClr val="E0E6EA"/>
            </a:solidFill>
            <a:ln/>
          </p:spPr>
          <p:txBody>
            <a:bodyPr/>
            <a:lstStyle/>
            <a:p>
              <a:endParaRPr lang="en-GB"/>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47F42AB-9D1B-CC76-0E51-BC9DDD107B66}"/>
              </a:ext>
            </a:extLst>
          </p:cNvPr>
          <p:cNvSpPr/>
          <p:nvPr/>
        </p:nvSpPr>
        <p:spPr>
          <a:xfrm>
            <a:off x="1156246" y="727621"/>
            <a:ext cx="9462662"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Can we do something about it?</a:t>
            </a:r>
            <a:endParaRPr lang="en-US" sz="4350" dirty="0"/>
          </a:p>
        </p:txBody>
      </p:sp>
      <p:sp>
        <p:nvSpPr>
          <p:cNvPr id="3" name="Text 3">
            <a:extLst>
              <a:ext uri="{FF2B5EF4-FFF2-40B4-BE49-F238E27FC236}">
                <a16:creationId xmlns:a16="http://schemas.microsoft.com/office/drawing/2014/main" id="{0CAE2042-6716-315D-3F51-9705D044C027}"/>
              </a:ext>
            </a:extLst>
          </p:cNvPr>
          <p:cNvSpPr/>
          <p:nvPr/>
        </p:nvSpPr>
        <p:spPr>
          <a:xfrm>
            <a:off x="1841198" y="6080585"/>
            <a:ext cx="14380934" cy="920800"/>
          </a:xfrm>
          <a:prstGeom prst="rect">
            <a:avLst/>
          </a:prstGeom>
          <a:noFill/>
          <a:ln/>
        </p:spPr>
        <p:txBody>
          <a:bodyPr wrap="square" lIns="25400" tIns="25400" rIns="25400" bIns="25400" rtlCol="0" anchor="t">
            <a:normAutofit/>
          </a:bodyPr>
          <a:lstStyle/>
          <a:p>
            <a:pPr>
              <a:lnSpc>
                <a:spcPct val="125232"/>
              </a:lnSpc>
            </a:pPr>
            <a:r>
              <a:rPr lang="en-US" sz="2400" dirty="0">
                <a:solidFill>
                  <a:srgbClr val="123A4C"/>
                </a:solidFill>
                <a:latin typeface="Arial" pitchFamily="34" charset="0"/>
                <a:cs typeface="Arial" pitchFamily="34" charset="-120"/>
              </a:rPr>
              <a:t>It’s not a model problem but a </a:t>
            </a:r>
            <a:r>
              <a:rPr lang="en-US" sz="2400" b="1" dirty="0">
                <a:solidFill>
                  <a:srgbClr val="123A4C"/>
                </a:solidFill>
                <a:latin typeface="Arial" pitchFamily="34" charset="0"/>
                <a:cs typeface="Arial" pitchFamily="34" charset="-120"/>
              </a:rPr>
              <a:t>grading problem</a:t>
            </a:r>
            <a:r>
              <a:rPr lang="en-US" sz="2400" dirty="0">
                <a:solidFill>
                  <a:srgbClr val="123A4C"/>
                </a:solidFill>
                <a:latin typeface="Arial" pitchFamily="34" charset="0"/>
                <a:cs typeface="Arial" pitchFamily="34" charset="-120"/>
              </a:rPr>
              <a:t>. Change how benchmarks score abstention, reward calibrated uncertainty, and the incentive to bluff goes away. </a:t>
            </a:r>
          </a:p>
        </p:txBody>
      </p:sp>
      <p:sp>
        <p:nvSpPr>
          <p:cNvPr id="4" name="Text 4">
            <a:extLst>
              <a:ext uri="{FF2B5EF4-FFF2-40B4-BE49-F238E27FC236}">
                <a16:creationId xmlns:a16="http://schemas.microsoft.com/office/drawing/2014/main" id="{42C1DDB6-9BCB-84A5-9C29-C240A778E665}"/>
              </a:ext>
            </a:extLst>
          </p:cNvPr>
          <p:cNvSpPr/>
          <p:nvPr/>
        </p:nvSpPr>
        <p:spPr>
          <a:xfrm>
            <a:off x="2650091" y="7802150"/>
            <a:ext cx="8777709" cy="471711"/>
          </a:xfrm>
          <a:prstGeom prst="rect">
            <a:avLst/>
          </a:prstGeom>
          <a:noFill/>
          <a:ln/>
        </p:spPr>
        <p:txBody>
          <a:bodyPr wrap="square" lIns="25400" tIns="25400" rIns="25400" bIns="25400" rtlCol="0" anchor="t">
            <a:normAutofit/>
          </a:bodyPr>
          <a:lstStyle/>
          <a:p>
            <a:pPr marL="0" indent="0" algn="l">
              <a:lnSpc>
                <a:spcPct val="133016"/>
              </a:lnSpc>
              <a:buNone/>
            </a:pPr>
            <a:r>
              <a:rPr lang="en-US" sz="2220" b="1" dirty="0">
                <a:solidFill>
                  <a:srgbClr val="123A4C"/>
                </a:solidFill>
                <a:latin typeface="Arial" pitchFamily="34" charset="0"/>
                <a:ea typeface="Arial" pitchFamily="34" charset="-122"/>
                <a:cs typeface="Arial" pitchFamily="34" charset="-120"/>
              </a:rPr>
              <a:t>Hallucination rate: </a:t>
            </a:r>
            <a:r>
              <a:rPr lang="en-US" sz="2220" dirty="0">
                <a:solidFill>
                  <a:srgbClr val="123A4C"/>
                </a:solidFill>
                <a:latin typeface="Arial" pitchFamily="34" charset="0"/>
                <a:ea typeface="Arial" pitchFamily="34" charset="-122"/>
                <a:cs typeface="Arial" pitchFamily="34" charset="-120"/>
              </a:rPr>
              <a:t>% guessed wrong</a:t>
            </a:r>
            <a:endParaRPr lang="en-US" sz="1200" dirty="0"/>
          </a:p>
        </p:txBody>
      </p:sp>
      <p:sp>
        <p:nvSpPr>
          <p:cNvPr id="5" name="Text 5">
            <a:extLst>
              <a:ext uri="{FF2B5EF4-FFF2-40B4-BE49-F238E27FC236}">
                <a16:creationId xmlns:a16="http://schemas.microsoft.com/office/drawing/2014/main" id="{4B1EFF22-C698-846E-38B9-0D12427C3F12}"/>
              </a:ext>
            </a:extLst>
          </p:cNvPr>
          <p:cNvSpPr/>
          <p:nvPr/>
        </p:nvSpPr>
        <p:spPr>
          <a:xfrm>
            <a:off x="2650091" y="7265576"/>
            <a:ext cx="8777709" cy="407789"/>
          </a:xfrm>
          <a:prstGeom prst="rect">
            <a:avLst/>
          </a:prstGeom>
          <a:noFill/>
          <a:ln/>
        </p:spPr>
        <p:txBody>
          <a:bodyPr wrap="square" lIns="25400" tIns="25400" rIns="25400" bIns="25400" rtlCol="0" anchor="t">
            <a:normAutofit lnSpcReduction="10000"/>
          </a:bodyPr>
          <a:lstStyle/>
          <a:p>
            <a:pPr marL="0" indent="0" algn="l">
              <a:lnSpc>
                <a:spcPct val="111914"/>
              </a:lnSpc>
              <a:buNone/>
            </a:pPr>
            <a:r>
              <a:rPr lang="en-US" sz="2250" b="1" dirty="0">
                <a:solidFill>
                  <a:srgbClr val="123A4C"/>
                </a:solidFill>
                <a:latin typeface="Arial" pitchFamily="34" charset="0"/>
                <a:ea typeface="Arial" pitchFamily="34" charset="-122"/>
                <a:cs typeface="Arial" pitchFamily="34" charset="-120"/>
              </a:rPr>
              <a:t>Accuracy: </a:t>
            </a:r>
            <a:r>
              <a:rPr lang="en-US" sz="2250" dirty="0">
                <a:solidFill>
                  <a:srgbClr val="123A4C"/>
                </a:solidFill>
                <a:latin typeface="Arial" pitchFamily="34" charset="0"/>
                <a:ea typeface="Arial" pitchFamily="34" charset="-122"/>
                <a:cs typeface="Arial" pitchFamily="34" charset="-120"/>
              </a:rPr>
              <a:t>% correct</a:t>
            </a:r>
            <a:endParaRPr lang="en-US" sz="1200" dirty="0"/>
          </a:p>
        </p:txBody>
      </p:sp>
      <p:sp>
        <p:nvSpPr>
          <p:cNvPr id="6" name="Text 2">
            <a:extLst>
              <a:ext uri="{FF2B5EF4-FFF2-40B4-BE49-F238E27FC236}">
                <a16:creationId xmlns:a16="http://schemas.microsoft.com/office/drawing/2014/main" id="{33E2972D-4361-501F-264C-416B2A34F999}"/>
              </a:ext>
            </a:extLst>
          </p:cNvPr>
          <p:cNvSpPr/>
          <p:nvPr/>
        </p:nvSpPr>
        <p:spPr>
          <a:xfrm>
            <a:off x="1841199" y="4437135"/>
            <a:ext cx="14380934" cy="1328614"/>
          </a:xfrm>
          <a:prstGeom prst="rect">
            <a:avLst/>
          </a:prstGeom>
          <a:noFill/>
          <a:ln/>
        </p:spPr>
        <p:txBody>
          <a:bodyPr wrap="square" lIns="25400" tIns="25400" rIns="25400" bIns="25400" rtlCol="0" anchor="t">
            <a:normAutofit lnSpcReduction="10000"/>
          </a:bodyPr>
          <a:lstStyle/>
          <a:p>
            <a:pPr marL="0" indent="0" algn="l">
              <a:lnSpc>
                <a:spcPct val="125232"/>
              </a:lnSpc>
              <a:buNone/>
            </a:pPr>
            <a:r>
              <a:rPr lang="en-US" sz="2400" b="1" dirty="0">
                <a:solidFill>
                  <a:srgbClr val="123A4C"/>
                </a:solidFill>
                <a:latin typeface="Arial" pitchFamily="34" charset="0"/>
                <a:ea typeface="Arial" pitchFamily="34" charset="-122"/>
                <a:cs typeface="Arial" pitchFamily="34" charset="-120"/>
              </a:rPr>
              <a:t>Generation is </a:t>
            </a:r>
            <a:r>
              <a:rPr lang="en-US" sz="2400" b="1" i="1" dirty="0">
                <a:solidFill>
                  <a:srgbClr val="123A4C"/>
                </a:solidFill>
                <a:latin typeface="Arial" pitchFamily="34" charset="0"/>
                <a:ea typeface="Arial" pitchFamily="34" charset="-122"/>
                <a:cs typeface="Arial" pitchFamily="34" charset="-120"/>
              </a:rPr>
              <a:t>harder (statistically) </a:t>
            </a:r>
            <a:r>
              <a:rPr lang="en-US" sz="2400" b="1" dirty="0">
                <a:solidFill>
                  <a:srgbClr val="123A4C"/>
                </a:solidFill>
                <a:latin typeface="Arial" pitchFamily="34" charset="0"/>
                <a:ea typeface="Arial" pitchFamily="34" charset="-122"/>
                <a:cs typeface="Arial" pitchFamily="34" charset="-120"/>
              </a:rPr>
              <a:t>than classification</a:t>
            </a:r>
            <a:r>
              <a:rPr lang="en-US" sz="2400" dirty="0">
                <a:solidFill>
                  <a:srgbClr val="123A4C"/>
                </a:solidFill>
                <a:latin typeface="Arial" pitchFamily="34" charset="0"/>
                <a:ea typeface="Arial" pitchFamily="34" charset="-122"/>
                <a:cs typeface="Arial" pitchFamily="34" charset="-120"/>
              </a:rPr>
              <a:t>: a model can judge a statement false yet still generate it. Pretraining on next-token prediction guarantees some baseline error rate no matter how good the data or architecture gets. </a:t>
            </a:r>
            <a:endParaRPr lang="en-US" sz="1200" dirty="0"/>
          </a:p>
        </p:txBody>
      </p:sp>
      <p:sp>
        <p:nvSpPr>
          <p:cNvPr id="7" name="Text 6">
            <a:extLst>
              <a:ext uri="{FF2B5EF4-FFF2-40B4-BE49-F238E27FC236}">
                <a16:creationId xmlns:a16="http://schemas.microsoft.com/office/drawing/2014/main" id="{9A5527C9-18D1-584B-211F-F77773AA256B}"/>
              </a:ext>
            </a:extLst>
          </p:cNvPr>
          <p:cNvSpPr/>
          <p:nvPr/>
        </p:nvSpPr>
        <p:spPr>
          <a:xfrm>
            <a:off x="756113" y="9559379"/>
            <a:ext cx="17531887" cy="428476"/>
          </a:xfrm>
          <a:prstGeom prst="rect">
            <a:avLst/>
          </a:prstGeom>
          <a:noFill/>
          <a:ln/>
        </p:spPr>
        <p:txBody>
          <a:bodyPr wrap="square" lIns="25400" tIns="25400" rIns="25400" bIns="25400" rtlCol="0" anchor="t">
            <a:normAutofit/>
          </a:bodyPr>
          <a:lstStyle/>
          <a:p>
            <a:pPr marL="0" indent="0" algn="l">
              <a:lnSpc>
                <a:spcPct val="131286"/>
              </a:lnSpc>
              <a:buNone/>
            </a:pPr>
            <a:r>
              <a:rPr lang="en-US" i="1" dirty="0">
                <a:solidFill>
                  <a:srgbClr val="123A4C"/>
                </a:solidFill>
                <a:latin typeface="Arial" pitchFamily="34" charset="0"/>
                <a:cs typeface="Arial" pitchFamily="34" charset="-120"/>
              </a:rPr>
              <a:t>Kalai, Nachum, Vempala &amp; Zhang (2025), Why Language Models Hallucinate, arXiv:2509.04664</a:t>
            </a:r>
          </a:p>
        </p:txBody>
      </p:sp>
      <p:pic>
        <p:nvPicPr>
          <p:cNvPr id="9" name="Picture 8">
            <a:extLst>
              <a:ext uri="{FF2B5EF4-FFF2-40B4-BE49-F238E27FC236}">
                <a16:creationId xmlns:a16="http://schemas.microsoft.com/office/drawing/2014/main" id="{975B3D3C-AC66-B061-00B9-81D2554ABEBC}"/>
              </a:ext>
            </a:extLst>
          </p:cNvPr>
          <p:cNvPicPr>
            <a:picLocks noChangeAspect="1"/>
          </p:cNvPicPr>
          <p:nvPr/>
        </p:nvPicPr>
        <p:blipFill>
          <a:blip r:embed="rId3"/>
          <a:srcRect b="7371"/>
          <a:stretch>
            <a:fillRect/>
          </a:stretch>
        </p:blipFill>
        <p:spPr>
          <a:xfrm>
            <a:off x="1156245" y="1749745"/>
            <a:ext cx="7152377" cy="2212179"/>
          </a:xfrm>
          <a:prstGeom prst="rect">
            <a:avLst/>
          </a:prstGeom>
        </p:spPr>
      </p:pic>
      <p:pic>
        <p:nvPicPr>
          <p:cNvPr id="10" name="Picture 9">
            <a:extLst>
              <a:ext uri="{FF2B5EF4-FFF2-40B4-BE49-F238E27FC236}">
                <a16:creationId xmlns:a16="http://schemas.microsoft.com/office/drawing/2014/main" id="{D38CEA81-CCCD-8A65-A389-50A4B1541AF6}"/>
              </a:ext>
            </a:extLst>
          </p:cNvPr>
          <p:cNvPicPr>
            <a:picLocks noChangeAspect="1"/>
          </p:cNvPicPr>
          <p:nvPr/>
        </p:nvPicPr>
        <p:blipFill>
          <a:blip r:embed="rId4"/>
          <a:stretch>
            <a:fillRect/>
          </a:stretch>
        </p:blipFill>
        <p:spPr>
          <a:xfrm>
            <a:off x="7913331" y="951881"/>
            <a:ext cx="9268883" cy="8683889"/>
          </a:xfrm>
          <a:prstGeom prst="rect">
            <a:avLst/>
          </a:prstGeom>
        </p:spPr>
      </p:pic>
      <p:sp>
        <p:nvSpPr>
          <p:cNvPr id="11" name="TextBox 10">
            <a:extLst>
              <a:ext uri="{FF2B5EF4-FFF2-40B4-BE49-F238E27FC236}">
                <a16:creationId xmlns:a16="http://schemas.microsoft.com/office/drawing/2014/main" id="{6C7E05B9-6D03-DAF0-115B-3AAC3EB49E9B}"/>
              </a:ext>
            </a:extLst>
          </p:cNvPr>
          <p:cNvSpPr txBox="1"/>
          <p:nvPr/>
        </p:nvSpPr>
        <p:spPr>
          <a:xfrm>
            <a:off x="1105786" y="8743303"/>
            <a:ext cx="16352874" cy="461665"/>
          </a:xfrm>
          <a:prstGeom prst="rect">
            <a:avLst/>
          </a:prstGeom>
          <a:noFill/>
        </p:spPr>
        <p:txBody>
          <a:bodyPr wrap="square">
            <a:spAutoFit/>
          </a:bodyPr>
          <a:lstStyle/>
          <a:p>
            <a:r>
              <a:rPr lang="en-US" sz="2400" b="1" dirty="0">
                <a:solidFill>
                  <a:srgbClr val="C00000"/>
                </a:solidFill>
                <a:latin typeface="Arial" pitchFamily="34" charset="0"/>
                <a:cs typeface="Arial" pitchFamily="34" charset="-120"/>
              </a:rPr>
              <a:t>The hallucination rate specifically punishes bluffing rather than ignorance. </a:t>
            </a:r>
            <a:endParaRPr lang="en-GB" sz="2400" b="1" dirty="0">
              <a:solidFill>
                <a:srgbClr val="C00000"/>
              </a:solidFill>
              <a:latin typeface="Arial" pitchFamily="34" charset="0"/>
              <a:cs typeface="Arial" pitchFamily="34" charset="-120"/>
            </a:endParaRPr>
          </a:p>
        </p:txBody>
      </p:sp>
      <p:pic>
        <p:nvPicPr>
          <p:cNvPr id="12" name="Graphic 11" descr="Badge Cross with solid fill">
            <a:extLst>
              <a:ext uri="{FF2B5EF4-FFF2-40B4-BE49-F238E27FC236}">
                <a16:creationId xmlns:a16="http://schemas.microsoft.com/office/drawing/2014/main" id="{0050DEAD-F9C8-953E-6E7E-6B5016CA0C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9045" y="4457173"/>
            <a:ext cx="914400" cy="914400"/>
          </a:xfrm>
          <a:prstGeom prst="rect">
            <a:avLst/>
          </a:prstGeom>
        </p:spPr>
      </p:pic>
      <p:pic>
        <p:nvPicPr>
          <p:cNvPr id="14" name="Graphic 13" descr="Badge Tick1 with solid fill">
            <a:extLst>
              <a:ext uri="{FF2B5EF4-FFF2-40B4-BE49-F238E27FC236}">
                <a16:creationId xmlns:a16="http://schemas.microsoft.com/office/drawing/2014/main" id="{2E8A23CE-1EF6-FF0B-885A-2E193073B20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9045" y="6065337"/>
            <a:ext cx="914400" cy="914400"/>
          </a:xfrm>
          <a:prstGeom prst="rect">
            <a:avLst/>
          </a:prstGeom>
        </p:spPr>
      </p:pic>
    </p:spTree>
    <p:extLst>
      <p:ext uri="{BB962C8B-B14F-4D97-AF65-F5344CB8AC3E}">
        <p14:creationId xmlns:p14="http://schemas.microsoft.com/office/powerpoint/2010/main" val="4162570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xit" presetSubtype="32" fill="hold" nodeType="clickEffect">
                                  <p:stCondLst>
                                    <p:cond delay="0"/>
                                  </p:stCondLst>
                                  <p:childTnLst>
                                    <p:anim calcmode="lin" valueType="num">
                                      <p:cBhvr>
                                        <p:cTn id="10" dur="500"/>
                                        <p:tgtEl>
                                          <p:spTgt spid="10"/>
                                        </p:tgtEl>
                                        <p:attrNameLst>
                                          <p:attrName>ppt_w</p:attrName>
                                        </p:attrNameLst>
                                      </p:cBhvr>
                                      <p:tavLst>
                                        <p:tav tm="0">
                                          <p:val>
                                            <p:strVal val="ppt_w"/>
                                          </p:val>
                                        </p:tav>
                                        <p:tav tm="100000">
                                          <p:val>
                                            <p:fltVal val="0"/>
                                          </p:val>
                                        </p:tav>
                                      </p:tavLst>
                                    </p:anim>
                                    <p:anim calcmode="lin" valueType="num">
                                      <p:cBhvr>
                                        <p:cTn id="11" dur="500"/>
                                        <p:tgtEl>
                                          <p:spTgt spid="10"/>
                                        </p:tgtEl>
                                        <p:attrNameLst>
                                          <p:attrName>ppt_h</p:attrName>
                                        </p:attrNameLst>
                                      </p:cBhvr>
                                      <p:tavLst>
                                        <p:tav tm="0">
                                          <p:val>
                                            <p:strVal val="ppt_h"/>
                                          </p:val>
                                        </p:tav>
                                        <p:tav tm="100000">
                                          <p:val>
                                            <p:fltVal val="0"/>
                                          </p:val>
                                        </p:tav>
                                      </p:tavLst>
                                    </p:anim>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6149720"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Rates really are falling</a:t>
            </a:r>
            <a:endParaRPr lang="en-US" sz="4350" dirty="0"/>
          </a:p>
        </p:txBody>
      </p:sp>
      <p:pic>
        <p:nvPicPr>
          <p:cNvPr id="3" name="Image 0" descr="preencoded.png"/>
          <p:cNvPicPr>
            <a:picLocks noChangeAspect="1"/>
          </p:cNvPicPr>
          <p:nvPr/>
        </p:nvPicPr>
        <p:blipFill>
          <a:blip r:embed="rId3"/>
          <a:stretch>
            <a:fillRect/>
          </a:stretch>
        </p:blipFill>
        <p:spPr>
          <a:xfrm>
            <a:off x="217598" y="2173920"/>
            <a:ext cx="11269935" cy="6260753"/>
          </a:xfrm>
          <a:prstGeom prst="rect">
            <a:avLst/>
          </a:prstGeom>
        </p:spPr>
      </p:pic>
      <p:sp>
        <p:nvSpPr>
          <p:cNvPr id="4" name="Text 1"/>
          <p:cNvSpPr/>
          <p:nvPr/>
        </p:nvSpPr>
        <p:spPr>
          <a:xfrm>
            <a:off x="217598" y="8472585"/>
            <a:ext cx="10416535" cy="294382"/>
          </a:xfrm>
          <a:prstGeom prst="rect">
            <a:avLst/>
          </a:prstGeom>
          <a:noFill/>
          <a:ln/>
        </p:spPr>
        <p:txBody>
          <a:bodyPr wrap="square" lIns="25400" tIns="25400" rIns="25400" bIns="25400" rtlCol="0" anchor="t">
            <a:normAutofit fontScale="92500" lnSpcReduction="10000"/>
          </a:bodyPr>
          <a:lstStyle/>
          <a:p>
            <a:pPr marL="0" indent="0" algn="ctr">
              <a:lnSpc>
                <a:spcPct val="100757"/>
              </a:lnSpc>
              <a:buNone/>
            </a:pPr>
            <a:r>
              <a:rPr lang="en-US" sz="1733" dirty="0">
                <a:solidFill>
                  <a:srgbClr val="7F98A3"/>
                </a:solidFill>
                <a:latin typeface="Courier New" pitchFamily="34" charset="0"/>
                <a:ea typeface="Courier New" pitchFamily="34" charset="-122"/>
                <a:cs typeface="Courier New" pitchFamily="34" charset="-120"/>
              </a:rPr>
              <a:t>suprmind.ai/hub/ai-hallucination-rates-and-benchmarks</a:t>
            </a:r>
            <a:endParaRPr lang="en-US" sz="1733" dirty="0"/>
          </a:p>
        </p:txBody>
      </p:sp>
      <p:sp>
        <p:nvSpPr>
          <p:cNvPr id="5" name="Text 2"/>
          <p:cNvSpPr/>
          <p:nvPr/>
        </p:nvSpPr>
        <p:spPr>
          <a:xfrm>
            <a:off x="11818118" y="2560520"/>
            <a:ext cx="5548151" cy="2125164"/>
          </a:xfrm>
          <a:prstGeom prst="rect">
            <a:avLst/>
          </a:prstGeom>
          <a:noFill/>
          <a:ln/>
        </p:spPr>
        <p:txBody>
          <a:bodyPr wrap="square" lIns="25400" tIns="25400" rIns="25400" bIns="25400" rtlCol="0" anchor="t">
            <a:normAutofit/>
          </a:bodyPr>
          <a:lstStyle/>
          <a:p>
            <a:pPr marL="0" indent="0" algn="l">
              <a:lnSpc>
                <a:spcPct val="113816"/>
              </a:lnSpc>
              <a:buNone/>
            </a:pPr>
            <a:r>
              <a:rPr lang="en-US" sz="2220" dirty="0">
                <a:latin typeface="Arial" pitchFamily="34" charset="0"/>
                <a:ea typeface="Arial" pitchFamily="34" charset="-122"/>
                <a:cs typeface="Arial" pitchFamily="34" charset="-120"/>
              </a:rPr>
              <a:t>On </a:t>
            </a:r>
            <a:r>
              <a:rPr lang="en-US" sz="2220" b="1" dirty="0">
                <a:latin typeface="Arial" pitchFamily="34" charset="0"/>
                <a:ea typeface="Arial" pitchFamily="34" charset="-122"/>
                <a:cs typeface="Arial" pitchFamily="34" charset="-120"/>
              </a:rPr>
              <a:t>grounded </a:t>
            </a:r>
            <a:r>
              <a:rPr lang="en-US" sz="2220" b="1" dirty="0" err="1">
                <a:latin typeface="Arial" pitchFamily="34" charset="0"/>
                <a:ea typeface="Arial" pitchFamily="34" charset="-122"/>
                <a:cs typeface="Arial" pitchFamily="34" charset="-120"/>
              </a:rPr>
              <a:t>summarisation</a:t>
            </a:r>
            <a:r>
              <a:rPr lang="en-US" sz="2220" dirty="0">
                <a:latin typeface="Arial" pitchFamily="34" charset="0"/>
                <a:ea typeface="Arial" pitchFamily="34" charset="-122"/>
                <a:cs typeface="Arial" pitchFamily="34" charset="-120"/>
              </a:rPr>
              <a:t>, best-in-class rates fell from 22% to under 1%.</a:t>
            </a:r>
          </a:p>
          <a:p>
            <a:pPr>
              <a:lnSpc>
                <a:spcPct val="113816"/>
              </a:lnSpc>
            </a:pPr>
            <a:r>
              <a:rPr lang="en-US" sz="2400" dirty="0">
                <a:solidFill>
                  <a:srgbClr val="C00000"/>
                </a:solidFill>
              </a:rPr>
              <a:t>Ground truth is in the prompt.</a:t>
            </a:r>
          </a:p>
        </p:txBody>
      </p:sp>
      <p:sp>
        <p:nvSpPr>
          <p:cNvPr id="6" name="Text 3"/>
          <p:cNvSpPr/>
          <p:nvPr/>
        </p:nvSpPr>
        <p:spPr>
          <a:xfrm>
            <a:off x="12005350" y="8185942"/>
            <a:ext cx="5454535" cy="581025"/>
          </a:xfrm>
          <a:prstGeom prst="rect">
            <a:avLst/>
          </a:prstGeom>
          <a:noFill/>
          <a:ln/>
        </p:spPr>
        <p:txBody>
          <a:bodyPr wrap="square" lIns="25400" tIns="25400" rIns="25400" bIns="25400" rtlCol="0" anchor="t">
            <a:normAutofit lnSpcReduction="10000"/>
          </a:bodyPr>
          <a:lstStyle/>
          <a:p>
            <a:r>
              <a:rPr lang="en-US" sz="1875" b="1" kern="0" spc="150" dirty="0">
                <a:solidFill>
                  <a:srgbClr val="C24A36"/>
                </a:solidFill>
                <a:latin typeface="Arial" pitchFamily="34" charset="0"/>
                <a:ea typeface="Arial" pitchFamily="34" charset="-122"/>
                <a:cs typeface="Arial" pitchFamily="34" charset="-120"/>
              </a:rPr>
              <a:t>THERE IS NO SINGLE HALLUCINATION RATE; THERE IS A RATE PER TASK.</a:t>
            </a:r>
            <a:endParaRPr lang="en-US" sz="1875" dirty="0"/>
          </a:p>
        </p:txBody>
      </p:sp>
      <p:sp>
        <p:nvSpPr>
          <p:cNvPr id="7" name="Text 4"/>
          <p:cNvSpPr/>
          <p:nvPr/>
        </p:nvSpPr>
        <p:spPr>
          <a:xfrm>
            <a:off x="11904753" y="4529844"/>
            <a:ext cx="5461516" cy="1227311"/>
          </a:xfrm>
          <a:prstGeom prst="rect">
            <a:avLst/>
          </a:prstGeom>
          <a:noFill/>
          <a:ln/>
        </p:spPr>
        <p:txBody>
          <a:bodyPr wrap="square" lIns="25400" tIns="25400" rIns="25400" bIns="25400" rtlCol="0" anchor="t">
            <a:normAutofit/>
          </a:bodyPr>
          <a:lstStyle/>
          <a:p>
            <a:pPr marL="0" indent="0" algn="l">
              <a:lnSpc>
                <a:spcPct val="121600"/>
              </a:lnSpc>
              <a:buNone/>
            </a:pPr>
            <a:r>
              <a:rPr lang="en-US" sz="2220" dirty="0">
                <a:latin typeface="Arial" pitchFamily="34" charset="0"/>
                <a:ea typeface="Arial" pitchFamily="34" charset="-122"/>
                <a:cs typeface="Arial" pitchFamily="34" charset="-120"/>
              </a:rPr>
              <a:t>On </a:t>
            </a:r>
            <a:r>
              <a:rPr lang="en-US" sz="2220" b="1" dirty="0">
                <a:latin typeface="Arial" pitchFamily="34" charset="0"/>
                <a:ea typeface="Arial" pitchFamily="34" charset="-122"/>
                <a:cs typeface="Arial" pitchFamily="34" charset="-120"/>
              </a:rPr>
              <a:t>open-domain recall</a:t>
            </a:r>
            <a:r>
              <a:rPr lang="en-US" sz="2220" dirty="0">
                <a:latin typeface="Arial" pitchFamily="34" charset="0"/>
                <a:ea typeface="Arial" pitchFamily="34" charset="-122"/>
                <a:cs typeface="Arial" pitchFamily="34" charset="-120"/>
              </a:rPr>
              <a:t> the same models sit at </a:t>
            </a:r>
            <a:r>
              <a:rPr lang="en-US" sz="2220" b="1" dirty="0">
                <a:latin typeface="Arial" pitchFamily="34" charset="0"/>
                <a:ea typeface="Arial" pitchFamily="34" charset="-122"/>
                <a:cs typeface="Arial" pitchFamily="34" charset="-120"/>
              </a:rPr>
              <a:t>16 to 33%</a:t>
            </a:r>
            <a:r>
              <a:rPr lang="en-US" sz="2220" dirty="0">
                <a:latin typeface="Arial" pitchFamily="34" charset="0"/>
                <a:ea typeface="Arial" pitchFamily="34" charset="-122"/>
                <a:cs typeface="Arial" pitchFamily="34" charset="-120"/>
              </a:rPr>
              <a:t>.</a:t>
            </a:r>
            <a:endParaRPr lang="en-US" sz="1200" dirty="0"/>
          </a:p>
        </p:txBody>
      </p:sp>
      <p:sp>
        <p:nvSpPr>
          <p:cNvPr id="8" name="Shape 5"/>
          <p:cNvSpPr/>
          <p:nvPr/>
        </p:nvSpPr>
        <p:spPr>
          <a:xfrm>
            <a:off x="11893463" y="6136758"/>
            <a:ext cx="5678311" cy="1930400"/>
          </a:xfrm>
          <a:prstGeom prst="rect">
            <a:avLst/>
          </a:prstGeom>
          <a:solidFill>
            <a:srgbClr val="FCEDEA"/>
          </a:solidFill>
          <a:ln/>
        </p:spPr>
        <p:txBody>
          <a:bodyPr/>
          <a:lstStyle/>
          <a:p>
            <a:endParaRPr lang="en-GB"/>
          </a:p>
        </p:txBody>
      </p:sp>
      <p:sp>
        <p:nvSpPr>
          <p:cNvPr id="9" name="Text 6"/>
          <p:cNvSpPr/>
          <p:nvPr/>
        </p:nvSpPr>
        <p:spPr>
          <a:xfrm>
            <a:off x="12325166" y="6255542"/>
            <a:ext cx="5041103" cy="1637467"/>
          </a:xfrm>
          <a:prstGeom prst="rect">
            <a:avLst/>
          </a:prstGeom>
          <a:noFill/>
          <a:ln/>
        </p:spPr>
        <p:txBody>
          <a:bodyPr wrap="square" lIns="25400" tIns="25400" rIns="25400" bIns="25400" rtlCol="0" anchor="t">
            <a:normAutofit fontScale="92500" lnSpcReduction="10000"/>
          </a:bodyPr>
          <a:lstStyle/>
          <a:p>
            <a:pPr marL="0" indent="0" algn="l">
              <a:lnSpc>
                <a:spcPct val="126703"/>
              </a:lnSpc>
              <a:buNone/>
            </a:pPr>
            <a:r>
              <a:rPr lang="en-US" sz="2220" b="1" dirty="0">
                <a:solidFill>
                  <a:srgbClr val="123A4C"/>
                </a:solidFill>
                <a:latin typeface="Arial" pitchFamily="34" charset="0"/>
                <a:ea typeface="Arial" pitchFamily="34" charset="-122"/>
                <a:cs typeface="Arial" pitchFamily="34" charset="-120"/>
              </a:rPr>
              <a:t>Summarising a document you hand it is close to solved by now. Recalling a fact it was never taught is a different story.</a:t>
            </a:r>
            <a:endParaRPr lang="en-US" sz="222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C1CC06-8218-DFA2-D9B0-DEE8AC4F2D8B}"/>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5" name="Text 0">
            <a:extLst>
              <a:ext uri="{FF2B5EF4-FFF2-40B4-BE49-F238E27FC236}">
                <a16:creationId xmlns:a16="http://schemas.microsoft.com/office/drawing/2014/main" id="{7BB932F4-5B00-20BE-3213-B931E0C39ED0}"/>
              </a:ext>
            </a:extLst>
          </p:cNvPr>
          <p:cNvSpPr/>
          <p:nvPr/>
        </p:nvSpPr>
        <p:spPr>
          <a:xfrm>
            <a:off x="1156245" y="727621"/>
            <a:ext cx="14175903"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How often do these models say I don’t know? </a:t>
            </a:r>
            <a:endParaRPr lang="en-US" sz="4350" dirty="0"/>
          </a:p>
        </p:txBody>
      </p:sp>
    </p:spTree>
    <p:extLst>
      <p:ext uri="{BB962C8B-B14F-4D97-AF65-F5344CB8AC3E}">
        <p14:creationId xmlns:p14="http://schemas.microsoft.com/office/powerpoint/2010/main" val="4007621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6218560"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How often? </a:t>
            </a:r>
            <a:endParaRPr lang="en-US" sz="4350" dirty="0"/>
          </a:p>
        </p:txBody>
      </p:sp>
      <p:sp>
        <p:nvSpPr>
          <p:cNvPr id="3" name="Text 1"/>
          <p:cNvSpPr/>
          <p:nvPr/>
        </p:nvSpPr>
        <p:spPr>
          <a:xfrm>
            <a:off x="1768286" y="3430980"/>
            <a:ext cx="14751428" cy="720923"/>
          </a:xfrm>
          <a:prstGeom prst="rect">
            <a:avLst/>
          </a:prstGeom>
          <a:noFill/>
          <a:ln/>
        </p:spPr>
        <p:txBody>
          <a:bodyPr wrap="square" lIns="25400" tIns="25400" rIns="25400" bIns="25400" rtlCol="0" anchor="t">
            <a:normAutofit/>
          </a:bodyPr>
          <a:lstStyle/>
          <a:p>
            <a:pPr marL="0" indent="0" algn="l">
              <a:lnSpc>
                <a:spcPct val="104735"/>
              </a:lnSpc>
              <a:buNone/>
            </a:pPr>
            <a:r>
              <a:rPr lang="en-US" sz="2220" b="1" dirty="0">
                <a:solidFill>
                  <a:srgbClr val="123A4C"/>
                </a:solidFill>
                <a:latin typeface="Arial" pitchFamily="34" charset="0"/>
                <a:ea typeface="Arial" pitchFamily="34" charset="-122"/>
                <a:cs typeface="Arial" pitchFamily="34" charset="-120"/>
              </a:rPr>
              <a:t>AA-Omniscience: </a:t>
            </a:r>
            <a:r>
              <a:rPr lang="en-US" sz="2220" dirty="0">
                <a:solidFill>
                  <a:srgbClr val="123A4C"/>
                </a:solidFill>
                <a:latin typeface="Arial" pitchFamily="34" charset="0"/>
                <a:ea typeface="Arial" pitchFamily="34" charset="-122"/>
                <a:cs typeface="Arial" pitchFamily="34" charset="-120"/>
              </a:rPr>
              <a:t>6,000 questions, 42 topics, 6 domains, including health, software engineering and law.</a:t>
            </a:r>
            <a:endParaRPr lang="en-US" sz="1200" dirty="0"/>
          </a:p>
        </p:txBody>
      </p:sp>
      <p:sp>
        <p:nvSpPr>
          <p:cNvPr id="4" name="Text 2"/>
          <p:cNvSpPr/>
          <p:nvPr/>
        </p:nvSpPr>
        <p:spPr>
          <a:xfrm>
            <a:off x="1156246" y="2355428"/>
            <a:ext cx="9611622" cy="336798"/>
          </a:xfrm>
          <a:prstGeom prst="rect">
            <a:avLst/>
          </a:prstGeom>
          <a:noFill/>
          <a:ln/>
        </p:spPr>
        <p:txBody>
          <a:bodyPr wrap="square" lIns="25400" tIns="25400" rIns="25400" bIns="25400" rtlCol="0" anchor="t">
            <a:normAutofit lnSpcReduction="10000"/>
          </a:bodyPr>
          <a:lstStyle/>
          <a:p>
            <a:pPr marL="0" indent="0" algn="l">
              <a:lnSpc>
                <a:spcPct val="104735"/>
              </a:lnSpc>
              <a:buNone/>
            </a:pPr>
            <a:r>
              <a:rPr lang="en-US" sz="1942" dirty="0">
                <a:solidFill>
                  <a:srgbClr val="37474F"/>
                </a:solidFill>
                <a:latin typeface="Arial" pitchFamily="34" charset="0"/>
                <a:ea typeface="Arial" pitchFamily="34" charset="-122"/>
                <a:cs typeface="Arial" pitchFamily="34" charset="-120"/>
              </a:rPr>
              <a:t>​</a:t>
            </a:r>
            <a:endParaRPr lang="en-US" sz="1942" dirty="0"/>
          </a:p>
        </p:txBody>
      </p:sp>
      <p:sp>
        <p:nvSpPr>
          <p:cNvPr id="6" name="Text 4"/>
          <p:cNvSpPr/>
          <p:nvPr/>
        </p:nvSpPr>
        <p:spPr>
          <a:xfrm>
            <a:off x="11603191" y="8712401"/>
            <a:ext cx="5934703" cy="1204764"/>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25400" tIns="25400" rIns="25400" bIns="25400" rtlCol="0" anchor="ctr">
            <a:normAutofit/>
          </a:bodyPr>
          <a:lstStyle/>
          <a:p>
            <a:pPr>
              <a:spcBef>
                <a:spcPts val="600"/>
              </a:spcBef>
              <a:spcAft>
                <a:spcPts val="600"/>
              </a:spcAft>
            </a:pPr>
            <a:r>
              <a:rPr lang="en-US" sz="2000" dirty="0">
                <a:solidFill>
                  <a:srgbClr val="5E7480"/>
                </a:solidFill>
                <a:ea typeface="Arial" pitchFamily="34" charset="-122"/>
                <a:cs typeface="Arial" pitchFamily="34" charset="-120"/>
              </a:rPr>
              <a:t>At launch, all but three models evaluated were more likely to hallucinate when they didn't know the answer:</a:t>
            </a:r>
          </a:p>
          <a:p>
            <a:pPr>
              <a:spcBef>
                <a:spcPts val="600"/>
              </a:spcBef>
              <a:spcAft>
                <a:spcPts val="600"/>
              </a:spcAft>
            </a:pPr>
            <a:r>
              <a:rPr lang="en-US" sz="2000" dirty="0">
                <a:solidFill>
                  <a:srgbClr val="5E7480"/>
                </a:solidFill>
                <a:ea typeface="Arial" pitchFamily="34" charset="-122"/>
                <a:cs typeface="Arial" pitchFamily="34" charset="-120"/>
              </a:rPr>
              <a:t> </a:t>
            </a:r>
            <a:r>
              <a:rPr lang="en-US" dirty="0" err="1">
                <a:solidFill>
                  <a:srgbClr val="5E7480"/>
                </a:solidFill>
                <a:ea typeface="Courier New" pitchFamily="34" charset="-122"/>
                <a:cs typeface="Courier New" pitchFamily="34" charset="-120"/>
              </a:rPr>
              <a:t>artificialanalysis.ai</a:t>
            </a:r>
            <a:r>
              <a:rPr lang="en-US" dirty="0">
                <a:solidFill>
                  <a:srgbClr val="5E7480"/>
                </a:solidFill>
                <a:ea typeface="Courier New" pitchFamily="34" charset="-122"/>
                <a:cs typeface="Courier New" pitchFamily="34" charset="-120"/>
              </a:rPr>
              <a:t>/evaluations/omniscience</a:t>
            </a:r>
            <a:endParaRPr lang="en-US" sz="1100" dirty="0"/>
          </a:p>
        </p:txBody>
      </p:sp>
      <p:pic>
        <p:nvPicPr>
          <p:cNvPr id="7" name="Image 0" descr="preencoded.png"/>
          <p:cNvPicPr>
            <a:picLocks noChangeAspect="1"/>
          </p:cNvPicPr>
          <p:nvPr/>
        </p:nvPicPr>
        <p:blipFill>
          <a:blip r:embed="rId3"/>
          <a:stretch>
            <a:fillRect/>
          </a:stretch>
        </p:blipFill>
        <p:spPr>
          <a:xfrm>
            <a:off x="1104900" y="3881063"/>
            <a:ext cx="16078200" cy="4746278"/>
          </a:xfrm>
          <a:prstGeom prst="rect">
            <a:avLst/>
          </a:prstGeom>
        </p:spPr>
      </p:pic>
      <p:sp>
        <p:nvSpPr>
          <p:cNvPr id="5" name="Text 3"/>
          <p:cNvSpPr/>
          <p:nvPr/>
        </p:nvSpPr>
        <p:spPr>
          <a:xfrm>
            <a:off x="1768286" y="1607708"/>
            <a:ext cx="4515556" cy="1586341"/>
          </a:xfrm>
          <a:prstGeom prst="rect">
            <a:avLst/>
          </a:prstGeom>
          <a:noFill/>
          <a:ln/>
        </p:spPr>
        <p:txBody>
          <a:bodyPr wrap="square" lIns="25400" tIns="25400" rIns="25400" bIns="25400" rtlCol="0" anchor="t">
            <a:normAutofit/>
          </a:bodyPr>
          <a:lstStyle/>
          <a:p>
            <a:pPr marL="0" indent="0" algn="l">
              <a:lnSpc>
                <a:spcPct val="104735"/>
              </a:lnSpc>
              <a:buNone/>
            </a:pPr>
            <a:r>
              <a:rPr lang="en-US" sz="2400" b="1" dirty="0">
                <a:solidFill>
                  <a:schemeClr val="accent2"/>
                </a:solidFill>
                <a:latin typeface="Arial" pitchFamily="34" charset="0"/>
                <a:ea typeface="Arial" pitchFamily="34" charset="-122"/>
                <a:cs typeface="Arial" pitchFamily="34" charset="-120"/>
              </a:rPr>
              <a:t>Omniscience Index:</a:t>
            </a:r>
          </a:p>
          <a:p>
            <a:pPr lvl="1">
              <a:lnSpc>
                <a:spcPct val="104735"/>
              </a:lnSpc>
            </a:pPr>
            <a:r>
              <a:rPr lang="en-US" sz="2400" dirty="0">
                <a:solidFill>
                  <a:schemeClr val="accent2"/>
                </a:solidFill>
                <a:latin typeface="Courier New" pitchFamily="34" charset="0"/>
                <a:ea typeface="Courier New" pitchFamily="34" charset="-122"/>
                <a:cs typeface="Courier New" pitchFamily="34" charset="-120"/>
              </a:rPr>
              <a:t>+1 </a:t>
            </a:r>
            <a:r>
              <a:rPr lang="en-US" sz="2400" dirty="0">
                <a:solidFill>
                  <a:schemeClr val="accent2"/>
                </a:solidFill>
                <a:latin typeface="Arial" pitchFamily="34" charset="0"/>
                <a:ea typeface="Arial" pitchFamily="34" charset="-122"/>
                <a:cs typeface="Arial" pitchFamily="34" charset="-120"/>
              </a:rPr>
              <a:t>correct, </a:t>
            </a:r>
          </a:p>
          <a:p>
            <a:pPr lvl="1">
              <a:lnSpc>
                <a:spcPct val="104735"/>
              </a:lnSpc>
            </a:pPr>
            <a:r>
              <a:rPr lang="en-US" sz="2400" dirty="0">
                <a:solidFill>
                  <a:schemeClr val="accent2"/>
                </a:solidFill>
                <a:latin typeface="Courier New" pitchFamily="34" charset="0"/>
                <a:ea typeface="Courier New" pitchFamily="34" charset="-122"/>
                <a:cs typeface="Courier New" pitchFamily="34" charset="-120"/>
              </a:rPr>
              <a:t>−1 </a:t>
            </a:r>
            <a:r>
              <a:rPr lang="en-US" sz="2400" dirty="0">
                <a:solidFill>
                  <a:schemeClr val="accent2"/>
                </a:solidFill>
                <a:latin typeface="Arial" pitchFamily="34" charset="0"/>
                <a:ea typeface="Arial" pitchFamily="34" charset="-122"/>
                <a:cs typeface="Arial" pitchFamily="34" charset="-120"/>
              </a:rPr>
              <a:t>wrong, </a:t>
            </a:r>
          </a:p>
          <a:p>
            <a:pPr lvl="1">
              <a:lnSpc>
                <a:spcPct val="104735"/>
              </a:lnSpc>
            </a:pPr>
            <a:r>
              <a:rPr lang="en-US" sz="2400" dirty="0">
                <a:solidFill>
                  <a:schemeClr val="accent2"/>
                </a:solidFill>
                <a:latin typeface="Courier New" pitchFamily="34" charset="0"/>
                <a:ea typeface="Courier New" pitchFamily="34" charset="-122"/>
                <a:cs typeface="Courier New" pitchFamily="34" charset="-120"/>
              </a:rPr>
              <a:t>0 </a:t>
            </a:r>
            <a:r>
              <a:rPr lang="en-US" sz="2400" dirty="0">
                <a:solidFill>
                  <a:schemeClr val="accent2"/>
                </a:solidFill>
                <a:latin typeface="Arial" pitchFamily="34" charset="0"/>
                <a:ea typeface="Arial" pitchFamily="34" charset="-122"/>
                <a:cs typeface="Arial" pitchFamily="34" charset="-120"/>
              </a:rPr>
              <a:t>abstain</a:t>
            </a:r>
            <a:endParaRPr lang="en-US" sz="1400" dirty="0">
              <a:solidFill>
                <a:schemeClr val="accent2"/>
              </a:solidFill>
            </a:endParaRPr>
          </a:p>
        </p:txBody>
      </p:sp>
      <p:sp>
        <p:nvSpPr>
          <p:cNvPr id="10" name="TextBox 9">
            <a:extLst>
              <a:ext uri="{FF2B5EF4-FFF2-40B4-BE49-F238E27FC236}">
                <a16:creationId xmlns:a16="http://schemas.microsoft.com/office/drawing/2014/main" id="{B835B17F-6161-365B-C775-AB562A56996E}"/>
              </a:ext>
            </a:extLst>
          </p:cNvPr>
          <p:cNvSpPr txBox="1"/>
          <p:nvPr/>
        </p:nvSpPr>
        <p:spPr>
          <a:xfrm>
            <a:off x="1156245" y="9566189"/>
            <a:ext cx="9345880" cy="461665"/>
          </a:xfrm>
          <a:prstGeom prst="rect">
            <a:avLst/>
          </a:prstGeom>
          <a:noFill/>
        </p:spPr>
        <p:txBody>
          <a:bodyPr wrap="square">
            <a:spAutoFit/>
          </a:bodyPr>
          <a:lstStyle/>
          <a:p>
            <a:r>
              <a:rPr lang="en-US" sz="2400" dirty="0">
                <a:solidFill>
                  <a:srgbClr val="5E7480"/>
                </a:solidFill>
                <a:cs typeface="Arial" pitchFamily="34" charset="-120"/>
              </a:rPr>
              <a:t>AA-Omniscience, Artificial Analysis, published November 2025 </a:t>
            </a:r>
            <a:endParaRPr lang="en-GB" sz="2400" dirty="0">
              <a:solidFill>
                <a:srgbClr val="5E7480"/>
              </a:solidFill>
              <a:cs typeface="Arial" pitchFamily="34" charset="-120"/>
            </a:endParaRPr>
          </a:p>
        </p:txBody>
      </p:sp>
      <p:sp>
        <p:nvSpPr>
          <p:cNvPr id="11" name="TextBox 10">
            <a:extLst>
              <a:ext uri="{FF2B5EF4-FFF2-40B4-BE49-F238E27FC236}">
                <a16:creationId xmlns:a16="http://schemas.microsoft.com/office/drawing/2014/main" id="{D9976360-4CC6-BDC4-6648-D682E72F4713}"/>
              </a:ext>
            </a:extLst>
          </p:cNvPr>
          <p:cNvSpPr txBox="1"/>
          <p:nvPr/>
        </p:nvSpPr>
        <p:spPr>
          <a:xfrm>
            <a:off x="6159321" y="1943868"/>
            <a:ext cx="5443870"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dirty="0"/>
              <a:t>A model that says “I don’t know” scores better than one that guessed wrong. </a:t>
            </a:r>
            <a:endParaRPr lang="en-GB"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6675723"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What it costs in practice</a:t>
            </a:r>
            <a:endParaRPr lang="en-US" sz="4350" dirty="0"/>
          </a:p>
        </p:txBody>
      </p:sp>
      <p:sp>
        <p:nvSpPr>
          <p:cNvPr id="3" name="Text 1"/>
          <p:cNvSpPr/>
          <p:nvPr/>
        </p:nvSpPr>
        <p:spPr>
          <a:xfrm>
            <a:off x="1156246" y="1575346"/>
            <a:ext cx="10709507" cy="471711"/>
          </a:xfrm>
          <a:prstGeom prst="rect">
            <a:avLst/>
          </a:prstGeom>
          <a:noFill/>
          <a:ln/>
        </p:spPr>
        <p:txBody>
          <a:bodyPr wrap="square" lIns="25400" tIns="25400" rIns="25400" bIns="25400" rtlCol="0" anchor="t">
            <a:normAutofit fontScale="92500"/>
          </a:bodyPr>
          <a:lstStyle/>
          <a:p>
            <a:pPr marL="0" indent="0" algn="l">
              <a:lnSpc>
                <a:spcPct val="133016"/>
              </a:lnSpc>
              <a:buNone/>
            </a:pPr>
            <a:r>
              <a:rPr lang="en-US" sz="2220" dirty="0">
                <a:solidFill>
                  <a:srgbClr val="123A4C"/>
                </a:solidFill>
                <a:latin typeface="Arial" pitchFamily="34" charset="0"/>
                <a:ea typeface="Arial" pitchFamily="34" charset="-122"/>
                <a:cs typeface="Arial" pitchFamily="34" charset="-120"/>
              </a:rPr>
              <a:t>Database tracking court decisions in which a party relied on </a:t>
            </a:r>
            <a:r>
              <a:rPr lang="en-US" sz="2220" b="1" dirty="0">
                <a:solidFill>
                  <a:srgbClr val="123A4C"/>
                </a:solidFill>
                <a:latin typeface="Arial" pitchFamily="34" charset="0"/>
                <a:ea typeface="Arial" pitchFamily="34" charset="-122"/>
                <a:cs typeface="Arial" pitchFamily="34" charset="-120"/>
              </a:rPr>
              <a:t>hallucinated legal material. </a:t>
            </a:r>
            <a:endParaRPr lang="en-US" sz="1200" dirty="0"/>
          </a:p>
        </p:txBody>
      </p:sp>
      <p:sp>
        <p:nvSpPr>
          <p:cNvPr id="4" name="Text 2"/>
          <p:cNvSpPr/>
          <p:nvPr/>
        </p:nvSpPr>
        <p:spPr>
          <a:xfrm>
            <a:off x="11865753" y="539502"/>
            <a:ext cx="5335132" cy="376238"/>
          </a:xfrm>
          <a:prstGeom prst="rect">
            <a:avLst/>
          </a:prstGeom>
          <a:noFill/>
          <a:ln/>
        </p:spPr>
        <p:txBody>
          <a:bodyPr wrap="none" lIns="25400" tIns="25400" rIns="25400" bIns="25400" rtlCol="0" anchor="t">
            <a:normAutofit/>
          </a:bodyPr>
          <a:lstStyle/>
          <a:p>
            <a:pPr marL="0" indent="0" algn="l">
              <a:buNone/>
            </a:pPr>
            <a:r>
              <a:rPr lang="en-US" sz="2040" dirty="0">
                <a:solidFill>
                  <a:srgbClr val="5E7480"/>
                </a:solidFill>
                <a:latin typeface="Courier New" pitchFamily="34" charset="0"/>
                <a:ea typeface="Courier New" pitchFamily="34" charset="-122"/>
                <a:cs typeface="Courier New" pitchFamily="34" charset="-120"/>
              </a:rPr>
              <a:t>damiencharlotin.com/hallucinations</a:t>
            </a:r>
            <a:endParaRPr lang="en-US" sz="2040" dirty="0"/>
          </a:p>
        </p:txBody>
      </p:sp>
      <p:pic>
        <p:nvPicPr>
          <p:cNvPr id="5" name="Image 0" descr="preencoded.png"/>
          <p:cNvPicPr>
            <a:picLocks noChangeAspect="1"/>
          </p:cNvPicPr>
          <p:nvPr/>
        </p:nvPicPr>
        <p:blipFill>
          <a:blip r:embed="rId3"/>
          <a:stretch>
            <a:fillRect/>
          </a:stretch>
        </p:blipFill>
        <p:spPr>
          <a:xfrm>
            <a:off x="1870695" y="2114550"/>
            <a:ext cx="6240735" cy="6608415"/>
          </a:xfrm>
          <a:prstGeom prst="rect">
            <a:avLst/>
          </a:prstGeom>
        </p:spPr>
      </p:pic>
      <p:pic>
        <p:nvPicPr>
          <p:cNvPr id="6" name="Image 1" descr="preencoded.png"/>
          <p:cNvPicPr>
            <a:picLocks noChangeAspect="1"/>
          </p:cNvPicPr>
          <p:nvPr/>
        </p:nvPicPr>
        <p:blipFill>
          <a:blip r:embed="rId4"/>
          <a:stretch>
            <a:fillRect/>
          </a:stretch>
        </p:blipFill>
        <p:spPr>
          <a:xfrm>
            <a:off x="10048875" y="2114550"/>
            <a:ext cx="6496050" cy="6608415"/>
          </a:xfrm>
          <a:prstGeom prst="rect">
            <a:avLst/>
          </a:prstGeom>
        </p:spPr>
      </p:pic>
      <p:sp>
        <p:nvSpPr>
          <p:cNvPr id="7" name="Shape 3"/>
          <p:cNvSpPr/>
          <p:nvPr/>
        </p:nvSpPr>
        <p:spPr>
          <a:xfrm>
            <a:off x="0" y="8989665"/>
            <a:ext cx="18288000" cy="1297260"/>
          </a:xfrm>
          <a:prstGeom prst="rect">
            <a:avLst/>
          </a:prstGeom>
          <a:solidFill>
            <a:srgbClr val="FCEDEA"/>
          </a:solidFill>
          <a:ln/>
        </p:spPr>
        <p:txBody>
          <a:bodyPr/>
          <a:lstStyle/>
          <a:p>
            <a:endParaRPr lang="en-GB"/>
          </a:p>
        </p:txBody>
      </p:sp>
      <p:sp>
        <p:nvSpPr>
          <p:cNvPr id="8" name="Text 4"/>
          <p:cNvSpPr/>
          <p:nvPr/>
        </p:nvSpPr>
        <p:spPr>
          <a:xfrm>
            <a:off x="1156246" y="9479235"/>
            <a:ext cx="17531887" cy="431527"/>
          </a:xfrm>
          <a:prstGeom prst="rect">
            <a:avLst/>
          </a:prstGeom>
          <a:noFill/>
          <a:ln/>
        </p:spPr>
        <p:txBody>
          <a:bodyPr wrap="square" lIns="25400" tIns="25400" rIns="25400" bIns="25400" rtlCol="0" anchor="t">
            <a:normAutofit lnSpcReduction="10000"/>
          </a:bodyPr>
          <a:lstStyle/>
          <a:p>
            <a:pPr marL="0" indent="0" algn="l">
              <a:lnSpc>
                <a:spcPct val="111654"/>
              </a:lnSpc>
              <a:buNone/>
            </a:pPr>
            <a:r>
              <a:rPr lang="en-US" sz="2400" b="1" dirty="0">
                <a:solidFill>
                  <a:srgbClr val="123A4C"/>
                </a:solidFill>
                <a:latin typeface="Arial" pitchFamily="34" charset="0"/>
                <a:ea typeface="Arial" pitchFamily="34" charset="-122"/>
                <a:cs typeface="Arial" pitchFamily="34" charset="-120"/>
              </a:rPr>
              <a:t>These are trained professionals, working under oath, with every incentive to verify. They still missed it.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5489064"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Bias vs. hallucination</a:t>
            </a:r>
            <a:endParaRPr lang="en-US" sz="4350" dirty="0"/>
          </a:p>
        </p:txBody>
      </p:sp>
      <p:sp>
        <p:nvSpPr>
          <p:cNvPr id="4" name="Text 2"/>
          <p:cNvSpPr/>
          <p:nvPr/>
        </p:nvSpPr>
        <p:spPr>
          <a:xfrm>
            <a:off x="1143000" y="3859976"/>
            <a:ext cx="16764000" cy="480045"/>
          </a:xfrm>
          <a:prstGeom prst="rect">
            <a:avLst/>
          </a:prstGeom>
          <a:noFill/>
          <a:ln/>
        </p:spPr>
        <p:txBody>
          <a:bodyPr wrap="square" lIns="25400" tIns="25400" rIns="25400" bIns="25400" rtlCol="0" anchor="t">
            <a:normAutofit/>
          </a:bodyPr>
          <a:lstStyle/>
          <a:p>
            <a:pPr marL="0" indent="0" algn="l">
              <a:lnSpc>
                <a:spcPct val="125405"/>
              </a:lnSpc>
              <a:buNone/>
            </a:pPr>
            <a:r>
              <a:rPr lang="en-US" sz="2400" dirty="0">
                <a:solidFill>
                  <a:srgbClr val="123A4C"/>
                </a:solidFill>
                <a:latin typeface="Arial" pitchFamily="34" charset="0"/>
                <a:ea typeface="Arial" pitchFamily="34" charset="-122"/>
                <a:cs typeface="Arial" pitchFamily="34" charset="-120"/>
              </a:rPr>
              <a:t>Trained on data scraped from the internet, which makes it well-trained but not necessarily well-balanced.</a:t>
            </a:r>
            <a:endParaRPr lang="en-US" sz="2400" dirty="0"/>
          </a:p>
        </p:txBody>
      </p:sp>
      <p:sp>
        <p:nvSpPr>
          <p:cNvPr id="5" name="Text 3"/>
          <p:cNvSpPr/>
          <p:nvPr/>
        </p:nvSpPr>
        <p:spPr>
          <a:xfrm>
            <a:off x="1143000" y="4713968"/>
            <a:ext cx="15697200" cy="921990"/>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2400" dirty="0">
                <a:solidFill>
                  <a:srgbClr val="123A4C"/>
                </a:solidFill>
                <a:latin typeface="Arial" pitchFamily="34" charset="0"/>
                <a:ea typeface="Arial" pitchFamily="34" charset="-122"/>
                <a:cs typeface="Arial" pitchFamily="34" charset="-120"/>
              </a:rPr>
              <a:t>Consequence: the output </a:t>
            </a:r>
            <a:r>
              <a:rPr lang="en-US" sz="2400" b="1" dirty="0">
                <a:solidFill>
                  <a:srgbClr val="123A4C"/>
                </a:solidFill>
                <a:latin typeface="Arial" pitchFamily="34" charset="0"/>
                <a:ea typeface="Arial" pitchFamily="34" charset="-122"/>
                <a:cs typeface="Arial" pitchFamily="34" charset="-120"/>
              </a:rPr>
              <a:t>reflects the training</a:t>
            </a:r>
            <a:r>
              <a:rPr lang="en-US" sz="2400" dirty="0">
                <a:solidFill>
                  <a:srgbClr val="123A4C"/>
                </a:solidFill>
                <a:latin typeface="Arial" pitchFamily="34" charset="0"/>
                <a:ea typeface="Arial" pitchFamily="34" charset="-122"/>
                <a:cs typeface="Arial" pitchFamily="34" charset="-120"/>
              </a:rPr>
              <a:t>, so it reproduces whatever the corpus over-represents: English-language sources, Western clinical populations, US institutions.</a:t>
            </a:r>
            <a:endParaRPr lang="en-US" sz="2400" dirty="0"/>
          </a:p>
        </p:txBody>
      </p:sp>
      <p:sp>
        <p:nvSpPr>
          <p:cNvPr id="6" name="Shape 4"/>
          <p:cNvSpPr/>
          <p:nvPr/>
        </p:nvSpPr>
        <p:spPr>
          <a:xfrm>
            <a:off x="1143000" y="6207458"/>
            <a:ext cx="7810500" cy="2366963"/>
          </a:xfrm>
          <a:prstGeom prst="rect">
            <a:avLst/>
          </a:prstGeom>
          <a:solidFill>
            <a:srgbClr val="F1F5F7"/>
          </a:solidFill>
          <a:ln/>
        </p:spPr>
        <p:txBody>
          <a:bodyPr/>
          <a:lstStyle/>
          <a:p>
            <a:endParaRPr lang="en-GB"/>
          </a:p>
        </p:txBody>
      </p:sp>
      <p:sp>
        <p:nvSpPr>
          <p:cNvPr id="7" name="Text 5"/>
          <p:cNvSpPr/>
          <p:nvPr/>
        </p:nvSpPr>
        <p:spPr>
          <a:xfrm>
            <a:off x="1676400" y="6664658"/>
            <a:ext cx="7418070"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50" dirty="0">
                <a:solidFill>
                  <a:srgbClr val="5E7480"/>
                </a:solidFill>
                <a:latin typeface="Arial" pitchFamily="34" charset="0"/>
                <a:ea typeface="Arial" pitchFamily="34" charset="-122"/>
                <a:cs typeface="Arial" pitchFamily="34" charset="-120"/>
              </a:rPr>
              <a:t>BIAS</a:t>
            </a:r>
            <a:endParaRPr lang="en-US" sz="1800" dirty="0"/>
          </a:p>
        </p:txBody>
      </p:sp>
      <p:sp>
        <p:nvSpPr>
          <p:cNvPr id="8" name="Text 6"/>
          <p:cNvSpPr/>
          <p:nvPr/>
        </p:nvSpPr>
        <p:spPr>
          <a:xfrm>
            <a:off x="1676400" y="7117096"/>
            <a:ext cx="6946011" cy="1038225"/>
          </a:xfrm>
          <a:prstGeom prst="rect">
            <a:avLst/>
          </a:prstGeom>
          <a:noFill/>
          <a:ln/>
        </p:spPr>
        <p:txBody>
          <a:bodyPr wrap="square" lIns="25400" tIns="25400" rIns="25400" bIns="25400" rtlCol="0" anchor="t">
            <a:normAutofit lnSpcReduction="10000"/>
          </a:bodyPr>
          <a:lstStyle/>
          <a:p>
            <a:pPr marL="0" indent="0" algn="l">
              <a:lnSpc>
                <a:spcPct val="108247"/>
              </a:lnSpc>
              <a:buNone/>
            </a:pPr>
            <a:r>
              <a:rPr lang="en-US" sz="3150" b="1" dirty="0">
                <a:solidFill>
                  <a:srgbClr val="123A4C"/>
                </a:solidFill>
                <a:latin typeface="Arial" pitchFamily="34" charset="0"/>
                <a:ea typeface="Arial" pitchFamily="34" charset="-122"/>
                <a:cs typeface="Arial" pitchFamily="34" charset="-120"/>
              </a:rPr>
              <a:t>Bias is the model staying </a:t>
            </a:r>
            <a:r>
              <a:rPr lang="en-US" sz="3150" b="1" i="1" dirty="0">
                <a:solidFill>
                  <a:srgbClr val="123A4C"/>
                </a:solidFill>
                <a:latin typeface="Arial" pitchFamily="34" charset="0"/>
                <a:ea typeface="Arial" pitchFamily="34" charset="-122"/>
                <a:cs typeface="Arial" pitchFamily="34" charset="-120"/>
              </a:rPr>
              <a:t>faithful </a:t>
            </a:r>
            <a:r>
              <a:rPr lang="en-US" sz="3150" b="1" dirty="0">
                <a:solidFill>
                  <a:srgbClr val="123A4C"/>
                </a:solidFill>
                <a:latin typeface="Arial" pitchFamily="34" charset="0"/>
                <a:ea typeface="Arial" pitchFamily="34" charset="-122"/>
                <a:cs typeface="Arial" pitchFamily="34" charset="-120"/>
              </a:rPr>
              <a:t>to a skewed corpus.</a:t>
            </a:r>
            <a:endParaRPr lang="en-US" sz="3150" dirty="0"/>
          </a:p>
        </p:txBody>
      </p:sp>
      <p:sp>
        <p:nvSpPr>
          <p:cNvPr id="9" name="Shape 7"/>
          <p:cNvSpPr/>
          <p:nvPr/>
        </p:nvSpPr>
        <p:spPr>
          <a:xfrm>
            <a:off x="9334500" y="6207458"/>
            <a:ext cx="7810500" cy="2366963"/>
          </a:xfrm>
          <a:prstGeom prst="rect">
            <a:avLst/>
          </a:prstGeom>
          <a:solidFill>
            <a:srgbClr val="FFFFFF"/>
          </a:solidFill>
          <a:ln w="28575">
            <a:solidFill>
              <a:srgbClr val="E8604C"/>
            </a:solidFill>
            <a:prstDash val="solid"/>
          </a:ln>
        </p:spPr>
        <p:txBody>
          <a:bodyPr/>
          <a:lstStyle/>
          <a:p>
            <a:endParaRPr lang="en-GB"/>
          </a:p>
        </p:txBody>
      </p:sp>
      <p:sp>
        <p:nvSpPr>
          <p:cNvPr id="10" name="Text 8"/>
          <p:cNvSpPr/>
          <p:nvPr/>
        </p:nvSpPr>
        <p:spPr>
          <a:xfrm>
            <a:off x="9867900" y="6664658"/>
            <a:ext cx="7418070" cy="300038"/>
          </a:xfrm>
          <a:prstGeom prst="rect">
            <a:avLst/>
          </a:prstGeom>
          <a:noFill/>
          <a:ln/>
        </p:spPr>
        <p:txBody>
          <a:bodyPr wrap="square" lIns="25400" tIns="25400" rIns="25400" bIns="25400" rtlCol="0" anchor="t">
            <a:normAutofit lnSpcReduction="10000"/>
          </a:bodyPr>
          <a:lstStyle/>
          <a:p>
            <a:pPr marL="0" indent="0" algn="l">
              <a:buNone/>
            </a:pPr>
            <a:r>
              <a:rPr lang="en-US" sz="1800" b="1" kern="0" spc="150" dirty="0">
                <a:solidFill>
                  <a:srgbClr val="C24A36"/>
                </a:solidFill>
                <a:latin typeface="Arial" pitchFamily="34" charset="0"/>
                <a:ea typeface="Arial" pitchFamily="34" charset="-122"/>
                <a:cs typeface="Arial" pitchFamily="34" charset="-120"/>
              </a:rPr>
              <a:t>HALLUCINATION</a:t>
            </a:r>
            <a:endParaRPr lang="en-US" sz="1800" dirty="0"/>
          </a:p>
        </p:txBody>
      </p:sp>
      <p:sp>
        <p:nvSpPr>
          <p:cNvPr id="11" name="Text 9"/>
          <p:cNvSpPr/>
          <p:nvPr/>
        </p:nvSpPr>
        <p:spPr>
          <a:xfrm>
            <a:off x="9867900" y="7117096"/>
            <a:ext cx="6946011" cy="1038225"/>
          </a:xfrm>
          <a:prstGeom prst="rect">
            <a:avLst/>
          </a:prstGeom>
          <a:noFill/>
          <a:ln/>
        </p:spPr>
        <p:txBody>
          <a:bodyPr wrap="square" lIns="25400" tIns="25400" rIns="25400" bIns="25400" rtlCol="0" anchor="t">
            <a:normAutofit lnSpcReduction="10000"/>
          </a:bodyPr>
          <a:lstStyle/>
          <a:p>
            <a:pPr marL="0" indent="0" algn="l">
              <a:lnSpc>
                <a:spcPct val="108247"/>
              </a:lnSpc>
              <a:buNone/>
            </a:pPr>
            <a:r>
              <a:rPr lang="en-US" sz="3150" b="1" dirty="0">
                <a:solidFill>
                  <a:srgbClr val="123A4C"/>
                </a:solidFill>
                <a:latin typeface="Arial" pitchFamily="34" charset="0"/>
                <a:ea typeface="Arial" pitchFamily="34" charset="-122"/>
                <a:cs typeface="Arial" pitchFamily="34" charset="-120"/>
              </a:rPr>
              <a:t>Hallucination is it staying faithful to nothing at all.</a:t>
            </a:r>
            <a:endParaRPr lang="en-US" sz="3150" dirty="0"/>
          </a:p>
        </p:txBody>
      </p:sp>
      <p:sp>
        <p:nvSpPr>
          <p:cNvPr id="12" name="Shape 10"/>
          <p:cNvSpPr/>
          <p:nvPr/>
        </p:nvSpPr>
        <p:spPr>
          <a:xfrm>
            <a:off x="21720" y="1758793"/>
            <a:ext cx="18288000" cy="1390650"/>
          </a:xfrm>
          <a:prstGeom prst="rect">
            <a:avLst/>
          </a:prstGeom>
          <a:solidFill>
            <a:srgbClr val="FCEDEA"/>
          </a:solidFill>
          <a:ln/>
        </p:spPr>
        <p:txBody>
          <a:bodyPr/>
          <a:lstStyle/>
          <a:p>
            <a:endParaRPr lang="en-GB"/>
          </a:p>
        </p:txBody>
      </p:sp>
      <p:sp>
        <p:nvSpPr>
          <p:cNvPr id="13" name="Text 11"/>
          <p:cNvSpPr/>
          <p:nvPr/>
        </p:nvSpPr>
        <p:spPr>
          <a:xfrm>
            <a:off x="1164720" y="2277906"/>
            <a:ext cx="13358158"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23A4C"/>
                </a:solidFill>
                <a:latin typeface="Arial" pitchFamily="34" charset="0"/>
                <a:ea typeface="Arial" pitchFamily="34" charset="-122"/>
                <a:cs typeface="Arial" pitchFamily="34" charset="-120"/>
              </a:rPr>
              <a:t>Both read identically on the page. Neither is fixed by asking the model to be careful.</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000" y="3265140"/>
            <a:ext cx="2663250" cy="3794745"/>
          </a:xfrm>
          <a:prstGeom prst="rect">
            <a:avLst/>
          </a:prstGeom>
          <a:noFill/>
          <a:ln/>
        </p:spPr>
        <p:txBody>
          <a:bodyPr wrap="square" lIns="25400" tIns="25400" rIns="25400" bIns="25400" rtlCol="0" anchor="t">
            <a:normAutofit lnSpcReduction="10000"/>
          </a:bodyPr>
          <a:lstStyle/>
          <a:p>
            <a:pPr marL="0" indent="0" algn="l">
              <a:lnSpc>
                <a:spcPct val="69559"/>
              </a:lnSpc>
              <a:buNone/>
            </a:pPr>
            <a:r>
              <a:rPr lang="en-US" sz="36975" b="1" kern="0" spc="-1500" dirty="0">
                <a:solidFill>
                  <a:srgbClr val="3EC1AE"/>
                </a:solidFill>
                <a:latin typeface="Arial" pitchFamily="34" charset="0"/>
                <a:ea typeface="Arial" pitchFamily="34" charset="-122"/>
                <a:cs typeface="Arial" pitchFamily="34" charset="-120"/>
              </a:rPr>
              <a:t>2</a:t>
            </a:r>
            <a:endParaRPr lang="en-US" sz="36975" dirty="0"/>
          </a:p>
        </p:txBody>
      </p:sp>
      <p:sp>
        <p:nvSpPr>
          <p:cNvPr id="3" name="Text 1"/>
          <p:cNvSpPr/>
          <p:nvPr/>
        </p:nvSpPr>
        <p:spPr>
          <a:xfrm>
            <a:off x="4707136" y="5339507"/>
            <a:ext cx="6927756" cy="902196"/>
          </a:xfrm>
          <a:prstGeom prst="rect">
            <a:avLst/>
          </a:prstGeom>
          <a:noFill/>
          <a:ln/>
        </p:spPr>
        <p:txBody>
          <a:bodyPr wrap="square" lIns="25400" tIns="25400" rIns="25400" bIns="25400" rtlCol="0" anchor="t">
            <a:normAutofit lnSpcReduction="10000"/>
          </a:bodyPr>
          <a:lstStyle/>
          <a:p>
            <a:pPr marL="0" indent="0" algn="l">
              <a:lnSpc>
                <a:spcPct val="94010"/>
              </a:lnSpc>
              <a:buNone/>
            </a:pPr>
            <a:r>
              <a:rPr lang="en-US" sz="6300" b="1" kern="0" spc="-150" dirty="0">
                <a:solidFill>
                  <a:srgbClr val="3F4048"/>
                </a:solidFill>
                <a:latin typeface="Arial" pitchFamily="34" charset="0"/>
                <a:ea typeface="Arial" pitchFamily="34" charset="-122"/>
                <a:cs typeface="Arial" pitchFamily="34" charset="-120"/>
              </a:rPr>
              <a:t>Limitations</a:t>
            </a:r>
            <a:endParaRPr lang="en-US" sz="6300" dirty="0"/>
          </a:p>
        </p:txBody>
      </p:sp>
      <p:sp>
        <p:nvSpPr>
          <p:cNvPr id="4" name="Text 2"/>
          <p:cNvSpPr/>
          <p:nvPr/>
        </p:nvSpPr>
        <p:spPr>
          <a:xfrm>
            <a:off x="4707136" y="6413153"/>
            <a:ext cx="6927756" cy="508620"/>
          </a:xfrm>
          <a:prstGeom prst="rect">
            <a:avLst/>
          </a:prstGeom>
          <a:noFill/>
          <a:ln/>
        </p:spPr>
        <p:txBody>
          <a:bodyPr wrap="square" lIns="25400" tIns="25400" rIns="25400" bIns="25400" rtlCol="0" anchor="t">
            <a:normAutofit lnSpcReduction="10000"/>
          </a:bodyPr>
          <a:lstStyle/>
          <a:p>
            <a:pPr marL="0" indent="0" algn="l">
              <a:lnSpc>
                <a:spcPct val="113563"/>
              </a:lnSpc>
              <a:buNone/>
            </a:pPr>
            <a:r>
              <a:rPr lang="en-US" sz="2850" dirty="0">
                <a:solidFill>
                  <a:srgbClr val="6B6E76"/>
                </a:solidFill>
                <a:latin typeface="Arial" pitchFamily="34" charset="0"/>
                <a:ea typeface="Arial" pitchFamily="34" charset="-122"/>
                <a:cs typeface="Arial" pitchFamily="34" charset="-120"/>
              </a:rPr>
              <a:t>What harnessing can and cannot reach</a:t>
            </a:r>
            <a:endParaRPr lang="en-US" sz="2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886117"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The car wash test</a:t>
            </a:r>
            <a:endParaRPr lang="en-US" sz="4350" dirty="0"/>
          </a:p>
        </p:txBody>
      </p:sp>
      <p:sp>
        <p:nvSpPr>
          <p:cNvPr id="3" name="Shape 1"/>
          <p:cNvSpPr/>
          <p:nvPr/>
        </p:nvSpPr>
        <p:spPr>
          <a:xfrm>
            <a:off x="1104900" y="1657350"/>
            <a:ext cx="15682913" cy="1756395"/>
          </a:xfrm>
          <a:prstGeom prst="rect">
            <a:avLst/>
          </a:prstGeom>
          <a:solidFill>
            <a:srgbClr val="F1F5F7"/>
          </a:solidFill>
          <a:ln/>
        </p:spPr>
        <p:txBody>
          <a:bodyPr/>
          <a:lstStyle/>
          <a:p>
            <a:endParaRPr lang="en-GB"/>
          </a:p>
        </p:txBody>
      </p:sp>
      <p:sp>
        <p:nvSpPr>
          <p:cNvPr id="4" name="Text 2"/>
          <p:cNvSpPr/>
          <p:nvPr/>
        </p:nvSpPr>
        <p:spPr>
          <a:xfrm>
            <a:off x="1575346" y="2002110"/>
            <a:ext cx="14895729" cy="1230660"/>
          </a:xfrm>
          <a:prstGeom prst="rect">
            <a:avLst/>
          </a:prstGeom>
          <a:noFill/>
          <a:ln/>
        </p:spPr>
        <p:txBody>
          <a:bodyPr wrap="square" lIns="25400" tIns="25400" rIns="25400" bIns="25400" rtlCol="0" anchor="t">
            <a:normAutofit lnSpcReduction="10000"/>
          </a:bodyPr>
          <a:lstStyle/>
          <a:p>
            <a:pPr marL="0" indent="0" algn="l">
              <a:lnSpc>
                <a:spcPct val="126789"/>
              </a:lnSpc>
              <a:buNone/>
            </a:pPr>
            <a:r>
              <a:rPr lang="en-US" sz="3203" dirty="0">
                <a:solidFill>
                  <a:srgbClr val="123A4C"/>
                </a:solidFill>
                <a:latin typeface="Courier New" pitchFamily="34" charset="0"/>
                <a:ea typeface="Courier New" pitchFamily="34" charset="-122"/>
                <a:cs typeface="Courier New" pitchFamily="34" charset="-120"/>
              </a:rPr>
              <a:t>“I want to wash my car. The car wash is 50 meters away. Should I walk or drive?”</a:t>
            </a:r>
            <a:endParaRPr lang="en-US" sz="3203" dirty="0"/>
          </a:p>
        </p:txBody>
      </p:sp>
      <p:sp>
        <p:nvSpPr>
          <p:cNvPr id="5" name="Text 3"/>
          <p:cNvSpPr/>
          <p:nvPr/>
        </p:nvSpPr>
        <p:spPr>
          <a:xfrm>
            <a:off x="1783035" y="4415730"/>
            <a:ext cx="6271062" cy="1933873"/>
          </a:xfrm>
          <a:prstGeom prst="rect">
            <a:avLst/>
          </a:prstGeom>
          <a:noFill/>
          <a:ln/>
        </p:spPr>
        <p:txBody>
          <a:bodyPr wrap="square" lIns="25400" tIns="25400" rIns="25400" bIns="25400" rtlCol="0" anchor="t">
            <a:normAutofit lnSpcReduction="10000"/>
          </a:bodyPr>
          <a:lstStyle/>
          <a:p>
            <a:pPr marL="0" indent="0" algn="l">
              <a:lnSpc>
                <a:spcPct val="134486"/>
              </a:lnSpc>
              <a:buNone/>
            </a:pPr>
            <a:r>
              <a:rPr lang="en-US" sz="2400" dirty="0">
                <a:latin typeface="Arial" pitchFamily="34" charset="0"/>
                <a:ea typeface="Arial" pitchFamily="34" charset="-122"/>
                <a:cs typeface="Arial" pitchFamily="34" charset="-120"/>
              </a:rPr>
              <a:t>One correct answer, one step of reasoning: the car has to be at the car wash. 53 models, 530 calls. A human control group of 10,000 scored </a:t>
            </a:r>
            <a:r>
              <a:rPr lang="en-US" sz="2400" b="1" dirty="0">
                <a:latin typeface="Arial" pitchFamily="34" charset="0"/>
                <a:ea typeface="Arial" pitchFamily="34" charset="-122"/>
                <a:cs typeface="Arial" pitchFamily="34" charset="-120"/>
              </a:rPr>
              <a:t>71.5%</a:t>
            </a:r>
            <a:r>
              <a:rPr lang="en-US" sz="2400" dirty="0">
                <a:latin typeface="Arial" pitchFamily="34" charset="0"/>
                <a:ea typeface="Arial" pitchFamily="34" charset="-122"/>
                <a:cs typeface="Arial" pitchFamily="34" charset="-120"/>
              </a:rPr>
              <a:t>, beating 48 of the 53 models.</a:t>
            </a:r>
            <a:endParaRPr lang="en-US" sz="1200" dirty="0"/>
          </a:p>
        </p:txBody>
      </p:sp>
      <p:sp>
        <p:nvSpPr>
          <p:cNvPr id="6" name="Text 4"/>
          <p:cNvSpPr/>
          <p:nvPr/>
        </p:nvSpPr>
        <p:spPr>
          <a:xfrm>
            <a:off x="1156246" y="7967588"/>
            <a:ext cx="16753848" cy="487189"/>
          </a:xfrm>
          <a:prstGeom prst="rect">
            <a:avLst/>
          </a:prstGeom>
          <a:noFill/>
          <a:ln/>
        </p:spPr>
        <p:txBody>
          <a:bodyPr wrap="square" lIns="25400" tIns="25400" rIns="25400" bIns="25400" rtlCol="0" anchor="t">
            <a:normAutofit/>
          </a:bodyPr>
          <a:lstStyle/>
          <a:p>
            <a:pPr marL="0" indent="0" algn="l">
              <a:lnSpc>
                <a:spcPct val="137773"/>
              </a:lnSpc>
              <a:buNone/>
            </a:pPr>
            <a:r>
              <a:rPr lang="en-US" sz="2220" dirty="0">
                <a:latin typeface="Arial" pitchFamily="34" charset="0"/>
                <a:ea typeface="Arial" pitchFamily="34" charset="-122"/>
                <a:cs typeface="Arial" pitchFamily="34" charset="-120"/>
              </a:rPr>
              <a:t>Limitation: a learned heuristic (“50 m is close → walk”) overrides the stated goal. </a:t>
            </a:r>
            <a:r>
              <a:rPr lang="en-US" sz="2220" b="1" dirty="0">
                <a:latin typeface="Arial" pitchFamily="34" charset="0"/>
                <a:ea typeface="Arial" pitchFamily="34" charset="-122"/>
                <a:cs typeface="Arial" pitchFamily="34" charset="-120"/>
              </a:rPr>
              <a:t>Not a knowledge gap.</a:t>
            </a:r>
            <a:endParaRPr lang="en-US" sz="2220" b="1" dirty="0"/>
          </a:p>
        </p:txBody>
      </p:sp>
      <p:sp>
        <p:nvSpPr>
          <p:cNvPr id="7" name="Text 5"/>
          <p:cNvSpPr/>
          <p:nvPr/>
        </p:nvSpPr>
        <p:spPr>
          <a:xfrm>
            <a:off x="1156246" y="9299153"/>
            <a:ext cx="4214790" cy="338138"/>
          </a:xfrm>
          <a:prstGeom prst="rect">
            <a:avLst/>
          </a:prstGeom>
          <a:noFill/>
          <a:ln/>
        </p:spPr>
        <p:txBody>
          <a:bodyPr wrap="none" lIns="25400" tIns="25400" rIns="25400" bIns="25400" rtlCol="0" anchor="t">
            <a:normAutofit/>
          </a:bodyPr>
          <a:lstStyle/>
          <a:p>
            <a:pPr marL="0" indent="0" algn="l">
              <a:buNone/>
            </a:pPr>
            <a:r>
              <a:rPr lang="en-US" sz="1800" dirty="0">
                <a:solidFill>
                  <a:srgbClr val="5E7480"/>
                </a:solidFill>
                <a:latin typeface="Courier New" pitchFamily="34" charset="0"/>
                <a:ea typeface="Courier New" pitchFamily="34" charset="-122"/>
                <a:cs typeface="Courier New" pitchFamily="34" charset="-120"/>
              </a:rPr>
              <a:t>opper.ai/blog/car-wash-test</a:t>
            </a:r>
            <a:endParaRPr lang="en-US" sz="1800" dirty="0"/>
          </a:p>
        </p:txBody>
      </p:sp>
      <p:sp>
        <p:nvSpPr>
          <p:cNvPr id="8" name="Text 6"/>
          <p:cNvSpPr/>
          <p:nvPr/>
        </p:nvSpPr>
        <p:spPr>
          <a:xfrm>
            <a:off x="10927928" y="4503316"/>
            <a:ext cx="4762199" cy="357188"/>
          </a:xfrm>
          <a:prstGeom prst="rect">
            <a:avLst/>
          </a:prstGeom>
          <a:noFill/>
          <a:ln/>
        </p:spPr>
        <p:txBody>
          <a:bodyPr wrap="square" lIns="25400" tIns="25400" rIns="25400" bIns="25400" rtlCol="0" anchor="t">
            <a:normAutofit lnSpcReduction="10000"/>
          </a:bodyPr>
          <a:lstStyle/>
          <a:p>
            <a:pPr marL="0" indent="0" algn="l">
              <a:buNone/>
            </a:pPr>
            <a:r>
              <a:rPr lang="en-US" sz="2175" b="1" dirty="0">
                <a:solidFill>
                  <a:srgbClr val="5E7480"/>
                </a:solidFill>
                <a:latin typeface="Arial" pitchFamily="34" charset="0"/>
                <a:ea typeface="Arial" pitchFamily="34" charset="-122"/>
                <a:cs typeface="Arial" pitchFamily="34" charset="-120"/>
              </a:rPr>
              <a:t>always right, 10 out of 10</a:t>
            </a:r>
            <a:endParaRPr lang="en-US" sz="2175" b="1" dirty="0"/>
          </a:p>
        </p:txBody>
      </p:sp>
      <p:sp>
        <p:nvSpPr>
          <p:cNvPr id="9" name="Text 7"/>
          <p:cNvSpPr/>
          <p:nvPr/>
        </p:nvSpPr>
        <p:spPr>
          <a:xfrm>
            <a:off x="11587088" y="5442496"/>
            <a:ext cx="6149424" cy="390525"/>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5E7480"/>
                </a:solidFill>
                <a:latin typeface="Arial" pitchFamily="34" charset="0"/>
                <a:ea typeface="Arial" pitchFamily="34" charset="-122"/>
                <a:cs typeface="Arial" pitchFamily="34" charset="-120"/>
              </a:rPr>
              <a:t>sometimes right: the dangerous tier</a:t>
            </a:r>
            <a:endParaRPr lang="en-US" sz="2400" dirty="0"/>
          </a:p>
        </p:txBody>
      </p:sp>
      <p:sp>
        <p:nvSpPr>
          <p:cNvPr id="10" name="Text 8"/>
          <p:cNvSpPr/>
          <p:nvPr/>
        </p:nvSpPr>
        <p:spPr>
          <a:xfrm>
            <a:off x="10993710" y="6298778"/>
            <a:ext cx="4867205" cy="357188"/>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5E7480"/>
                </a:solidFill>
                <a:latin typeface="Arial" pitchFamily="34" charset="0"/>
                <a:ea typeface="Arial" pitchFamily="34" charset="-122"/>
                <a:cs typeface="Arial" pitchFamily="34" charset="-120"/>
              </a:rPr>
              <a:t>never right</a:t>
            </a:r>
            <a:endParaRPr lang="en-US" sz="2175" dirty="0"/>
          </a:p>
        </p:txBody>
      </p:sp>
      <p:sp>
        <p:nvSpPr>
          <p:cNvPr id="11" name="Text 9"/>
          <p:cNvSpPr/>
          <p:nvPr/>
        </p:nvSpPr>
        <p:spPr>
          <a:xfrm>
            <a:off x="10398398" y="4409033"/>
            <a:ext cx="550590" cy="357188"/>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67C08E"/>
                </a:solidFill>
                <a:latin typeface="Arial" pitchFamily="34" charset="0"/>
                <a:ea typeface="Arial" pitchFamily="34" charset="-122"/>
                <a:cs typeface="Arial" pitchFamily="34" charset="-120"/>
              </a:rPr>
              <a:t>→</a:t>
            </a:r>
            <a:endParaRPr lang="en-US" sz="2175" dirty="0"/>
          </a:p>
        </p:txBody>
      </p:sp>
      <p:sp>
        <p:nvSpPr>
          <p:cNvPr id="12" name="Text 10"/>
          <p:cNvSpPr/>
          <p:nvPr/>
        </p:nvSpPr>
        <p:spPr>
          <a:xfrm>
            <a:off x="11057483" y="5474866"/>
            <a:ext cx="550590" cy="357188"/>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E8A33D"/>
                </a:solidFill>
                <a:latin typeface="Arial" pitchFamily="34" charset="0"/>
                <a:ea typeface="Arial" pitchFamily="34" charset="-122"/>
                <a:cs typeface="Arial" pitchFamily="34" charset="-120"/>
              </a:rPr>
              <a:t>→</a:t>
            </a:r>
            <a:endParaRPr lang="en-US" sz="2175" dirty="0"/>
          </a:p>
        </p:txBody>
      </p:sp>
      <p:sp>
        <p:nvSpPr>
          <p:cNvPr id="13" name="Text 11"/>
          <p:cNvSpPr/>
          <p:nvPr/>
        </p:nvSpPr>
        <p:spPr>
          <a:xfrm>
            <a:off x="10464105" y="6363593"/>
            <a:ext cx="550590" cy="357188"/>
          </a:xfrm>
          <a:prstGeom prst="rect">
            <a:avLst/>
          </a:prstGeom>
          <a:noFill/>
          <a:ln/>
        </p:spPr>
        <p:txBody>
          <a:bodyPr wrap="none" lIns="25400" tIns="25400" rIns="25400" bIns="25400" rtlCol="0" anchor="t">
            <a:normAutofit lnSpcReduction="10000"/>
          </a:bodyPr>
          <a:lstStyle/>
          <a:p>
            <a:pPr marL="0" indent="0" algn="l">
              <a:buNone/>
            </a:pPr>
            <a:r>
              <a:rPr lang="en-US" sz="2175" b="1" dirty="0">
                <a:solidFill>
                  <a:srgbClr val="D9694E"/>
                </a:solidFill>
                <a:latin typeface="Arial" pitchFamily="34" charset="0"/>
                <a:ea typeface="Arial" pitchFamily="34" charset="-122"/>
                <a:cs typeface="Arial" pitchFamily="34" charset="-120"/>
              </a:rPr>
              <a:t>→</a:t>
            </a:r>
            <a:endParaRPr lang="en-US" sz="2175" dirty="0"/>
          </a:p>
        </p:txBody>
      </p:sp>
      <p:pic>
        <p:nvPicPr>
          <p:cNvPr id="14" name="Image 0" descr="preencoded.png"/>
          <p:cNvPicPr>
            <a:picLocks noChangeAspect="1"/>
          </p:cNvPicPr>
          <p:nvPr/>
        </p:nvPicPr>
        <p:blipFill>
          <a:blip r:embed="rId3"/>
          <a:stretch>
            <a:fillRect/>
          </a:stretch>
        </p:blipFill>
        <p:spPr>
          <a:xfrm>
            <a:off x="8127653" y="4286250"/>
            <a:ext cx="2469803" cy="24698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02B385-83F2-8E6C-26E5-2524C4CDA5B1}"/>
              </a:ext>
            </a:extLst>
          </p:cNvPr>
          <p:cNvPicPr>
            <a:picLocks noChangeAspect="1"/>
          </p:cNvPicPr>
          <p:nvPr/>
        </p:nvPicPr>
        <p:blipFill>
          <a:blip r:embed="rId3"/>
          <a:stretch>
            <a:fillRect/>
          </a:stretch>
        </p:blipFill>
        <p:spPr>
          <a:xfrm>
            <a:off x="4613453" y="1168777"/>
            <a:ext cx="9369851" cy="7972024"/>
          </a:xfrm>
          <a:prstGeom prst="rect">
            <a:avLst/>
          </a:prstGeom>
        </p:spPr>
      </p:pic>
      <p:pic>
        <p:nvPicPr>
          <p:cNvPr id="4" name="Graphic 3" descr="Surprised face with solid fill with solid fill">
            <a:extLst>
              <a:ext uri="{FF2B5EF4-FFF2-40B4-BE49-F238E27FC236}">
                <a16:creationId xmlns:a16="http://schemas.microsoft.com/office/drawing/2014/main" id="{FB0C9DA3-8BE0-7F11-7A4D-E9DFA67821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0343" y="3515096"/>
            <a:ext cx="2879766" cy="2879766"/>
          </a:xfrm>
          <a:prstGeom prst="rect">
            <a:avLst/>
          </a:prstGeom>
        </p:spPr>
      </p:pic>
      <p:sp>
        <p:nvSpPr>
          <p:cNvPr id="5" name="TextBox 4">
            <a:extLst>
              <a:ext uri="{FF2B5EF4-FFF2-40B4-BE49-F238E27FC236}">
                <a16:creationId xmlns:a16="http://schemas.microsoft.com/office/drawing/2014/main" id="{662532C5-2D35-F66F-F1C3-13F784F0A24B}"/>
              </a:ext>
            </a:extLst>
          </p:cNvPr>
          <p:cNvSpPr txBox="1"/>
          <p:nvPr/>
        </p:nvSpPr>
        <p:spPr>
          <a:xfrm>
            <a:off x="1110343" y="869200"/>
            <a:ext cx="9144000" cy="523220"/>
          </a:xfrm>
          <a:prstGeom prst="rect">
            <a:avLst/>
          </a:prstGeom>
          <a:noFill/>
        </p:spPr>
        <p:txBody>
          <a:bodyPr wrap="square">
            <a:spAutoFit/>
          </a:bodyPr>
          <a:lstStyle/>
          <a:p>
            <a:r>
              <a:rPr lang="en-US" sz="2800" dirty="0">
                <a:latin typeface="Calibri"/>
                <a:ea typeface="Calibri"/>
                <a:cs typeface="Calibri"/>
              </a:rPr>
              <a:t>A week ago, </a:t>
            </a:r>
            <a:endParaRPr lang="en-GB" sz="4000" dirty="0"/>
          </a:p>
        </p:txBody>
      </p:sp>
    </p:spTree>
    <p:extLst>
      <p:ext uri="{BB962C8B-B14F-4D97-AF65-F5344CB8AC3E}">
        <p14:creationId xmlns:p14="http://schemas.microsoft.com/office/powerpoint/2010/main" val="1846761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8572969"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cs typeface="Arial" pitchFamily="34" charset="-120"/>
              </a:rPr>
              <a:t>Wrong answer, different causes</a:t>
            </a:r>
            <a:endParaRPr lang="en-US" sz="4350" dirty="0"/>
          </a:p>
        </p:txBody>
      </p:sp>
      <p:sp>
        <p:nvSpPr>
          <p:cNvPr id="3" name="Text 1"/>
          <p:cNvSpPr/>
          <p:nvPr/>
        </p:nvSpPr>
        <p:spPr>
          <a:xfrm>
            <a:off x="1156246" y="1594396"/>
            <a:ext cx="17232659" cy="421184"/>
          </a:xfrm>
          <a:prstGeom prst="rect">
            <a:avLst/>
          </a:prstGeom>
          <a:noFill/>
          <a:ln/>
        </p:spPr>
        <p:txBody>
          <a:bodyPr wrap="square" lIns="25400" tIns="25400" rIns="25400" bIns="25400" rtlCol="0" anchor="t">
            <a:normAutofit lnSpcReduction="10000"/>
          </a:bodyPr>
          <a:lstStyle/>
          <a:p>
            <a:pPr marL="0" indent="0" algn="l">
              <a:lnSpc>
                <a:spcPct val="108714"/>
              </a:lnSpc>
              <a:buNone/>
            </a:pPr>
            <a:r>
              <a:rPr lang="en-US" sz="2400" dirty="0">
                <a:solidFill>
                  <a:srgbClr val="5E7480"/>
                </a:solidFill>
                <a:latin typeface="Arial" pitchFamily="34" charset="0"/>
                <a:ea typeface="Arial" pitchFamily="34" charset="-122"/>
                <a:cs typeface="Arial" pitchFamily="34" charset="-120"/>
              </a:rPr>
              <a:t>They read identically but rerunning the prompt tells them apart. </a:t>
            </a:r>
            <a:endParaRPr lang="en-US" sz="2400" dirty="0"/>
          </a:p>
        </p:txBody>
      </p:sp>
      <p:sp>
        <p:nvSpPr>
          <p:cNvPr id="4" name="Text 2"/>
          <p:cNvSpPr/>
          <p:nvPr/>
        </p:nvSpPr>
        <p:spPr>
          <a:xfrm>
            <a:off x="1156246" y="2879303"/>
            <a:ext cx="1150813" cy="285750"/>
          </a:xfrm>
          <a:prstGeom prst="rect">
            <a:avLst/>
          </a:prstGeom>
          <a:noFill/>
          <a:ln/>
        </p:spPr>
        <p:txBody>
          <a:bodyPr wrap="square" lIns="25400" tIns="25400" rIns="25400" bIns="25400" rtlCol="0" anchor="t">
            <a:normAutofit fontScale="92500" lnSpcReduction="10000"/>
          </a:bodyPr>
          <a:lstStyle/>
          <a:p>
            <a:pPr marL="0" indent="0" algn="l">
              <a:buNone/>
            </a:pPr>
            <a:r>
              <a:rPr lang="en-US" sz="1733" b="1" kern="0" spc="150" dirty="0">
                <a:solidFill>
                  <a:srgbClr val="5E7480"/>
                </a:solidFill>
                <a:latin typeface="Arial" pitchFamily="34" charset="0"/>
                <a:ea typeface="Arial" pitchFamily="34" charset="-122"/>
                <a:cs typeface="Arial" pitchFamily="34" charset="-120"/>
              </a:rPr>
              <a:t>FAILURE</a:t>
            </a:r>
            <a:endParaRPr lang="en-US" sz="1733" dirty="0"/>
          </a:p>
        </p:txBody>
      </p:sp>
      <p:sp>
        <p:nvSpPr>
          <p:cNvPr id="5" name="Text 3"/>
          <p:cNvSpPr/>
          <p:nvPr/>
        </p:nvSpPr>
        <p:spPr>
          <a:xfrm>
            <a:off x="4487257" y="2879303"/>
            <a:ext cx="2392472" cy="285750"/>
          </a:xfrm>
          <a:prstGeom prst="rect">
            <a:avLst/>
          </a:prstGeom>
          <a:noFill/>
          <a:ln/>
        </p:spPr>
        <p:txBody>
          <a:bodyPr wrap="square" lIns="25400" tIns="25400" rIns="25400" bIns="25400" rtlCol="0" anchor="t">
            <a:normAutofit fontScale="92500" lnSpcReduction="10000"/>
          </a:bodyPr>
          <a:lstStyle/>
          <a:p>
            <a:pPr marL="0" indent="0" algn="l">
              <a:buNone/>
            </a:pPr>
            <a:r>
              <a:rPr lang="en-US" sz="1733" b="1" kern="0" spc="150" dirty="0">
                <a:solidFill>
                  <a:srgbClr val="5E7480"/>
                </a:solidFill>
                <a:latin typeface="Arial" pitchFamily="34" charset="0"/>
                <a:ea typeface="Arial" pitchFamily="34" charset="-122"/>
                <a:cs typeface="Arial" pitchFamily="34" charset="-120"/>
              </a:rPr>
              <a:t>WHAT HAPPENED</a:t>
            </a:r>
            <a:endParaRPr lang="en-US" sz="1733" dirty="0"/>
          </a:p>
        </p:txBody>
      </p:sp>
      <p:sp>
        <p:nvSpPr>
          <p:cNvPr id="6" name="Text 4"/>
          <p:cNvSpPr/>
          <p:nvPr/>
        </p:nvSpPr>
        <p:spPr>
          <a:xfrm>
            <a:off x="9404896" y="2879303"/>
            <a:ext cx="2953100" cy="285750"/>
          </a:xfrm>
          <a:prstGeom prst="rect">
            <a:avLst/>
          </a:prstGeom>
          <a:noFill/>
          <a:ln/>
        </p:spPr>
        <p:txBody>
          <a:bodyPr wrap="square" lIns="25400" tIns="25400" rIns="25400" bIns="25400" rtlCol="0" anchor="t">
            <a:normAutofit fontScale="92500" lnSpcReduction="10000"/>
          </a:bodyPr>
          <a:lstStyle/>
          <a:p>
            <a:pPr marL="0" indent="0" algn="l">
              <a:buNone/>
            </a:pPr>
            <a:r>
              <a:rPr lang="en-US" sz="1733" b="1" kern="0" spc="150" dirty="0">
                <a:solidFill>
                  <a:srgbClr val="5E7480"/>
                </a:solidFill>
                <a:latin typeface="Arial" pitchFamily="34" charset="0"/>
                <a:ea typeface="Arial" pitchFamily="34" charset="-122"/>
                <a:cs typeface="Arial" pitchFamily="34" charset="-120"/>
              </a:rPr>
              <a:t>RERUN IT FIVE TIMES</a:t>
            </a:r>
            <a:endParaRPr lang="en-US" sz="1733" dirty="0"/>
          </a:p>
        </p:txBody>
      </p:sp>
      <p:sp>
        <p:nvSpPr>
          <p:cNvPr id="7" name="Text 5"/>
          <p:cNvSpPr/>
          <p:nvPr/>
        </p:nvSpPr>
        <p:spPr>
          <a:xfrm>
            <a:off x="13529220" y="2860641"/>
            <a:ext cx="2392471" cy="367755"/>
          </a:xfrm>
          <a:prstGeom prst="rect">
            <a:avLst/>
          </a:prstGeom>
          <a:noFill/>
          <a:ln/>
        </p:spPr>
        <p:txBody>
          <a:bodyPr wrap="square" lIns="25400" tIns="25400" rIns="25400" bIns="25400" rtlCol="0" anchor="t">
            <a:normAutofit/>
          </a:bodyPr>
          <a:lstStyle/>
          <a:p>
            <a:pPr marL="0" indent="0" algn="l">
              <a:buNone/>
            </a:pPr>
            <a:r>
              <a:rPr lang="en-US" sz="1733" b="1" kern="0" spc="150" dirty="0">
                <a:solidFill>
                  <a:srgbClr val="5E7480"/>
                </a:solidFill>
                <a:latin typeface="Arial" pitchFamily="34" charset="0"/>
                <a:ea typeface="Arial" pitchFamily="34" charset="-122"/>
                <a:cs typeface="Arial" pitchFamily="34" charset="-120"/>
              </a:rPr>
              <a:t>FIX (by you)</a:t>
            </a:r>
            <a:endParaRPr lang="en-US" sz="1733" dirty="0"/>
          </a:p>
        </p:txBody>
      </p:sp>
      <p:sp>
        <p:nvSpPr>
          <p:cNvPr id="8" name="Shape 6"/>
          <p:cNvSpPr/>
          <p:nvPr/>
        </p:nvSpPr>
        <p:spPr>
          <a:xfrm>
            <a:off x="1104900" y="3247058"/>
            <a:ext cx="16078200" cy="9525"/>
          </a:xfrm>
          <a:prstGeom prst="rect">
            <a:avLst/>
          </a:prstGeom>
          <a:solidFill>
            <a:srgbClr val="DCE6EB"/>
          </a:solidFill>
          <a:ln/>
        </p:spPr>
        <p:txBody>
          <a:bodyPr/>
          <a:lstStyle/>
          <a:p>
            <a:endParaRPr lang="en-GB"/>
          </a:p>
        </p:txBody>
      </p:sp>
      <p:sp>
        <p:nvSpPr>
          <p:cNvPr id="9" name="Text 7"/>
          <p:cNvSpPr/>
          <p:nvPr/>
        </p:nvSpPr>
        <p:spPr>
          <a:xfrm>
            <a:off x="1156246" y="3593678"/>
            <a:ext cx="3568200" cy="380702"/>
          </a:xfrm>
          <a:prstGeom prst="rect">
            <a:avLst/>
          </a:prstGeom>
          <a:noFill/>
          <a:ln/>
        </p:spPr>
        <p:txBody>
          <a:bodyPr wrap="square" lIns="25400" tIns="25400" rIns="25400" bIns="25400" rtlCol="0" anchor="t">
            <a:normAutofit lnSpcReduction="10000"/>
          </a:bodyPr>
          <a:lstStyle/>
          <a:p>
            <a:pPr marL="0" indent="0" algn="l">
              <a:lnSpc>
                <a:spcPct val="91503"/>
              </a:lnSpc>
              <a:buNone/>
            </a:pPr>
            <a:r>
              <a:rPr lang="en-US" sz="2550" b="1" dirty="0">
                <a:solidFill>
                  <a:srgbClr val="123A4C"/>
                </a:solidFill>
                <a:latin typeface="Arial" pitchFamily="34" charset="0"/>
                <a:ea typeface="Arial" pitchFamily="34" charset="-122"/>
                <a:cs typeface="Arial" pitchFamily="34" charset="-120"/>
              </a:rPr>
              <a:t>Ambiguity</a:t>
            </a:r>
            <a:endParaRPr lang="en-US" sz="2550" dirty="0"/>
          </a:p>
        </p:txBody>
      </p:sp>
      <p:sp>
        <p:nvSpPr>
          <p:cNvPr id="10" name="Text 8"/>
          <p:cNvSpPr/>
          <p:nvPr/>
        </p:nvSpPr>
        <p:spPr>
          <a:xfrm>
            <a:off x="4475968" y="3593678"/>
            <a:ext cx="4407137" cy="1232446"/>
          </a:xfrm>
          <a:prstGeom prst="rect">
            <a:avLst/>
          </a:prstGeom>
          <a:noFill/>
          <a:ln/>
        </p:spPr>
        <p:txBody>
          <a:bodyPr wrap="square" lIns="25400" tIns="25400" rIns="25400" bIns="25400" rtlCol="0" anchor="t">
            <a:normAutofit lnSpcReduction="10000"/>
          </a:bodyPr>
          <a:lstStyle/>
          <a:p>
            <a:pPr marL="0" indent="0" algn="l">
              <a:lnSpc>
                <a:spcPct val="122119"/>
              </a:lnSpc>
              <a:buNone/>
            </a:pPr>
            <a:r>
              <a:rPr lang="en-US" sz="2220" dirty="0">
                <a:solidFill>
                  <a:srgbClr val="123A4C"/>
                </a:solidFill>
                <a:latin typeface="Arial" pitchFamily="34" charset="0"/>
                <a:ea typeface="Arial" pitchFamily="34" charset="-122"/>
                <a:cs typeface="Arial" pitchFamily="34" charset="-120"/>
              </a:rPr>
              <a:t>The question had more than one reading, and the model committed to one without telling you.</a:t>
            </a:r>
            <a:endParaRPr lang="en-US" sz="2220" dirty="0"/>
          </a:p>
        </p:txBody>
      </p:sp>
      <p:sp>
        <p:nvSpPr>
          <p:cNvPr id="11" name="Text 9"/>
          <p:cNvSpPr/>
          <p:nvPr/>
        </p:nvSpPr>
        <p:spPr>
          <a:xfrm>
            <a:off x="9404897" y="3593677"/>
            <a:ext cx="3576455" cy="1197041"/>
          </a:xfrm>
          <a:prstGeom prst="rect">
            <a:avLst/>
          </a:prstGeom>
          <a:noFill/>
          <a:ln/>
        </p:spPr>
        <p:txBody>
          <a:bodyPr wrap="square" lIns="25400" tIns="25400" rIns="25400" bIns="25400" rtlCol="0" anchor="t">
            <a:normAutofit/>
          </a:bodyPr>
          <a:lstStyle/>
          <a:p>
            <a:pPr marL="0" indent="0" algn="l">
              <a:lnSpc>
                <a:spcPct val="111308"/>
              </a:lnSpc>
              <a:buNone/>
            </a:pPr>
            <a:r>
              <a:rPr lang="en-US" sz="2220" b="1" dirty="0">
                <a:solidFill>
                  <a:srgbClr val="123A4C"/>
                </a:solidFill>
                <a:latin typeface="Arial" pitchFamily="34" charset="0"/>
                <a:ea typeface="Arial" pitchFamily="34" charset="-122"/>
                <a:cs typeface="Arial" pitchFamily="34" charset="-120"/>
              </a:rPr>
              <a:t>Same answer every time, to a different question (not the one you asked)</a:t>
            </a:r>
            <a:endParaRPr lang="en-US" sz="2220" dirty="0"/>
          </a:p>
        </p:txBody>
      </p:sp>
      <p:sp>
        <p:nvSpPr>
          <p:cNvPr id="12" name="Text 10"/>
          <p:cNvSpPr/>
          <p:nvPr/>
        </p:nvSpPr>
        <p:spPr>
          <a:xfrm>
            <a:off x="13529221" y="3593678"/>
            <a:ext cx="3653879" cy="1232446"/>
          </a:xfrm>
          <a:prstGeom prst="rect">
            <a:avLst/>
          </a:prstGeom>
          <a:noFill/>
          <a:ln/>
        </p:spPr>
        <p:txBody>
          <a:bodyPr wrap="square" lIns="25400" tIns="25400" rIns="25400" bIns="25400" rtlCol="0" anchor="t">
            <a:normAutofit/>
          </a:bodyPr>
          <a:lstStyle/>
          <a:p>
            <a:pPr marL="0" indent="0" algn="l">
              <a:lnSpc>
                <a:spcPct val="111308"/>
              </a:lnSpc>
              <a:buNone/>
            </a:pPr>
            <a:r>
              <a:rPr lang="en-US" sz="2220" dirty="0">
                <a:solidFill>
                  <a:srgbClr val="123A4C"/>
                </a:solidFill>
                <a:latin typeface="Arial" pitchFamily="34" charset="0"/>
                <a:ea typeface="Arial" pitchFamily="34" charset="-122"/>
                <a:cs typeface="Arial" pitchFamily="34" charset="-120"/>
              </a:rPr>
              <a:t>State the goal, not just the task</a:t>
            </a:r>
            <a:endParaRPr lang="en-US" sz="2220" dirty="0"/>
          </a:p>
        </p:txBody>
      </p:sp>
      <p:sp>
        <p:nvSpPr>
          <p:cNvPr id="13" name="Shape 11"/>
          <p:cNvSpPr/>
          <p:nvPr/>
        </p:nvSpPr>
        <p:spPr>
          <a:xfrm>
            <a:off x="1104900" y="5374928"/>
            <a:ext cx="16078200" cy="9525"/>
          </a:xfrm>
          <a:prstGeom prst="rect">
            <a:avLst/>
          </a:prstGeom>
          <a:solidFill>
            <a:srgbClr val="DCE6EB"/>
          </a:solidFill>
          <a:ln/>
        </p:spPr>
        <p:txBody>
          <a:bodyPr/>
          <a:lstStyle/>
          <a:p>
            <a:endParaRPr lang="en-GB"/>
          </a:p>
        </p:txBody>
      </p:sp>
      <p:sp>
        <p:nvSpPr>
          <p:cNvPr id="14" name="Text 12"/>
          <p:cNvSpPr/>
          <p:nvPr/>
        </p:nvSpPr>
        <p:spPr>
          <a:xfrm>
            <a:off x="1156246" y="5721622"/>
            <a:ext cx="2546510" cy="1281015"/>
          </a:xfrm>
          <a:prstGeom prst="rect">
            <a:avLst/>
          </a:prstGeom>
          <a:noFill/>
          <a:ln/>
        </p:spPr>
        <p:txBody>
          <a:bodyPr wrap="square" lIns="25400" tIns="25400" rIns="25400" bIns="25400" rtlCol="0" anchor="t">
            <a:normAutofit/>
          </a:bodyPr>
          <a:lstStyle/>
          <a:p>
            <a:pPr marL="0" indent="0" algn="l">
              <a:lnSpc>
                <a:spcPct val="91503"/>
              </a:lnSpc>
              <a:buNone/>
            </a:pPr>
            <a:r>
              <a:rPr lang="en-US" sz="2550" b="1" dirty="0">
                <a:solidFill>
                  <a:srgbClr val="123A4C"/>
                </a:solidFill>
                <a:latin typeface="Arial" pitchFamily="34" charset="0"/>
                <a:ea typeface="Arial" pitchFamily="34" charset="-122"/>
                <a:cs typeface="Arial" pitchFamily="34" charset="-120"/>
              </a:rPr>
              <a:t>Heuristic override</a:t>
            </a:r>
            <a:endParaRPr lang="en-US" sz="2550" dirty="0"/>
          </a:p>
        </p:txBody>
      </p:sp>
      <p:sp>
        <p:nvSpPr>
          <p:cNvPr id="15" name="Text 13"/>
          <p:cNvSpPr/>
          <p:nvPr/>
        </p:nvSpPr>
        <p:spPr>
          <a:xfrm>
            <a:off x="4475968" y="5721623"/>
            <a:ext cx="4407137" cy="1489472"/>
          </a:xfrm>
          <a:prstGeom prst="rect">
            <a:avLst/>
          </a:prstGeom>
          <a:noFill/>
          <a:ln/>
        </p:spPr>
        <p:txBody>
          <a:bodyPr wrap="square" lIns="25400" tIns="25400" rIns="25400" bIns="25400" rtlCol="0" anchor="t">
            <a:normAutofit lnSpcReduction="10000"/>
          </a:bodyPr>
          <a:lstStyle/>
          <a:p>
            <a:pPr marL="0" indent="0" algn="l">
              <a:lnSpc>
                <a:spcPct val="111308"/>
              </a:lnSpc>
              <a:buNone/>
            </a:pPr>
            <a:r>
              <a:rPr lang="en-US" sz="2220" dirty="0">
                <a:solidFill>
                  <a:srgbClr val="123A4C"/>
                </a:solidFill>
                <a:latin typeface="Arial" pitchFamily="34" charset="0"/>
                <a:ea typeface="Arial" pitchFamily="34" charset="-122"/>
                <a:cs typeface="Arial" pitchFamily="34" charset="-120"/>
              </a:rPr>
              <a:t>A strong pattern beat the reasoning. The capability exists but loses to a more frequent association.</a:t>
            </a:r>
            <a:endParaRPr lang="en-US" sz="2220" dirty="0"/>
          </a:p>
        </p:txBody>
      </p:sp>
      <p:sp>
        <p:nvSpPr>
          <p:cNvPr id="16" name="Text 14"/>
          <p:cNvSpPr/>
          <p:nvPr/>
        </p:nvSpPr>
        <p:spPr>
          <a:xfrm>
            <a:off x="9404897" y="5721622"/>
            <a:ext cx="3576455" cy="850273"/>
          </a:xfrm>
          <a:prstGeom prst="rect">
            <a:avLst/>
          </a:prstGeom>
          <a:noFill/>
          <a:ln/>
        </p:spPr>
        <p:txBody>
          <a:bodyPr wrap="square" lIns="25400" tIns="25400" rIns="25400" bIns="25400" rtlCol="0" anchor="t">
            <a:normAutofit/>
          </a:bodyPr>
          <a:lstStyle/>
          <a:p>
            <a:pPr marL="0" indent="0" algn="l">
              <a:lnSpc>
                <a:spcPct val="121686"/>
              </a:lnSpc>
              <a:buNone/>
            </a:pPr>
            <a:r>
              <a:rPr lang="en-US" sz="2175" b="1" dirty="0">
                <a:solidFill>
                  <a:srgbClr val="123A4C"/>
                </a:solidFill>
                <a:latin typeface="Arial" pitchFamily="34" charset="0"/>
                <a:ea typeface="Arial" pitchFamily="34" charset="-122"/>
                <a:cs typeface="Arial" pitchFamily="34" charset="-120"/>
              </a:rPr>
              <a:t>Answers vary between runs</a:t>
            </a:r>
            <a:endParaRPr lang="en-US" sz="2175" dirty="0"/>
          </a:p>
        </p:txBody>
      </p:sp>
      <p:sp>
        <p:nvSpPr>
          <p:cNvPr id="17" name="Text 15"/>
          <p:cNvSpPr/>
          <p:nvPr/>
        </p:nvSpPr>
        <p:spPr>
          <a:xfrm>
            <a:off x="13529221" y="5721623"/>
            <a:ext cx="3942005" cy="763786"/>
          </a:xfrm>
          <a:prstGeom prst="rect">
            <a:avLst/>
          </a:prstGeom>
          <a:noFill/>
          <a:ln/>
        </p:spPr>
        <p:txBody>
          <a:bodyPr wrap="square" lIns="25400" tIns="25400" rIns="25400" bIns="25400" rtlCol="0" anchor="t">
            <a:normAutofit lnSpcReduction="10000"/>
          </a:bodyPr>
          <a:lstStyle/>
          <a:p>
            <a:pPr marL="0" indent="0" algn="l">
              <a:lnSpc>
                <a:spcPct val="111308"/>
              </a:lnSpc>
              <a:buNone/>
            </a:pPr>
            <a:r>
              <a:rPr lang="en-US" sz="2220" dirty="0">
                <a:solidFill>
                  <a:srgbClr val="123A4C"/>
                </a:solidFill>
                <a:latin typeface="Arial" pitchFamily="34" charset="0"/>
                <a:ea typeface="Arial" pitchFamily="34" charset="-122"/>
                <a:cs typeface="Arial" pitchFamily="34" charset="-120"/>
              </a:rPr>
              <a:t>Decompose; ask for the constraint first</a:t>
            </a:r>
            <a:endParaRPr lang="en-US" sz="2220" dirty="0"/>
          </a:p>
        </p:txBody>
      </p:sp>
      <p:sp>
        <p:nvSpPr>
          <p:cNvPr id="18" name="Shape 16"/>
          <p:cNvSpPr/>
          <p:nvPr/>
        </p:nvSpPr>
        <p:spPr>
          <a:xfrm>
            <a:off x="1104900" y="9244013"/>
            <a:ext cx="16078200" cy="9525"/>
          </a:xfrm>
          <a:prstGeom prst="rect">
            <a:avLst/>
          </a:prstGeom>
          <a:solidFill>
            <a:srgbClr val="DCE6EB"/>
          </a:solidFill>
          <a:ln/>
        </p:spPr>
        <p:txBody>
          <a:bodyPr/>
          <a:lstStyle/>
          <a:p>
            <a:endParaRPr lang="en-GB"/>
          </a:p>
        </p:txBody>
      </p:sp>
      <p:sp>
        <p:nvSpPr>
          <p:cNvPr id="19" name="Shape 17"/>
          <p:cNvSpPr/>
          <p:nvPr/>
        </p:nvSpPr>
        <p:spPr>
          <a:xfrm>
            <a:off x="1104900" y="7502798"/>
            <a:ext cx="16078200" cy="9525"/>
          </a:xfrm>
          <a:prstGeom prst="rect">
            <a:avLst/>
          </a:prstGeom>
          <a:solidFill>
            <a:srgbClr val="DCE6EB"/>
          </a:solidFill>
          <a:ln/>
        </p:spPr>
        <p:txBody>
          <a:bodyPr/>
          <a:lstStyle/>
          <a:p>
            <a:endParaRPr lang="en-GB"/>
          </a:p>
        </p:txBody>
      </p:sp>
      <p:sp>
        <p:nvSpPr>
          <p:cNvPr id="20" name="Text 18"/>
          <p:cNvSpPr/>
          <p:nvPr/>
        </p:nvSpPr>
        <p:spPr>
          <a:xfrm>
            <a:off x="1156246" y="7849493"/>
            <a:ext cx="3568200" cy="380702"/>
          </a:xfrm>
          <a:prstGeom prst="rect">
            <a:avLst/>
          </a:prstGeom>
          <a:noFill/>
          <a:ln/>
        </p:spPr>
        <p:txBody>
          <a:bodyPr wrap="square" lIns="25400" tIns="25400" rIns="25400" bIns="25400" rtlCol="0" anchor="t">
            <a:normAutofit lnSpcReduction="10000"/>
          </a:bodyPr>
          <a:lstStyle/>
          <a:p>
            <a:pPr marL="0" indent="0" algn="l">
              <a:lnSpc>
                <a:spcPct val="91503"/>
              </a:lnSpc>
              <a:buNone/>
            </a:pPr>
            <a:r>
              <a:rPr lang="en-US" sz="2550" b="1" dirty="0">
                <a:solidFill>
                  <a:srgbClr val="123A4C"/>
                </a:solidFill>
                <a:latin typeface="Arial" pitchFamily="34" charset="0"/>
                <a:ea typeface="Arial" pitchFamily="34" charset="-122"/>
                <a:cs typeface="Arial" pitchFamily="34" charset="-120"/>
              </a:rPr>
              <a:t>Fabrication</a:t>
            </a:r>
            <a:endParaRPr lang="en-US" sz="2550" dirty="0"/>
          </a:p>
        </p:txBody>
      </p:sp>
      <p:sp>
        <p:nvSpPr>
          <p:cNvPr id="21" name="Text 19"/>
          <p:cNvSpPr/>
          <p:nvPr/>
        </p:nvSpPr>
        <p:spPr>
          <a:xfrm>
            <a:off x="4475968" y="7849493"/>
            <a:ext cx="4407137" cy="1126629"/>
          </a:xfrm>
          <a:prstGeom prst="rect">
            <a:avLst/>
          </a:prstGeom>
          <a:noFill/>
          <a:ln/>
        </p:spPr>
        <p:txBody>
          <a:bodyPr wrap="square" lIns="25400" tIns="25400" rIns="25400" bIns="25400" rtlCol="0" anchor="t">
            <a:normAutofit lnSpcReduction="10000"/>
          </a:bodyPr>
          <a:lstStyle/>
          <a:p>
            <a:pPr marL="0" indent="0" algn="l">
              <a:lnSpc>
                <a:spcPct val="111308"/>
              </a:lnSpc>
              <a:buNone/>
            </a:pPr>
            <a:r>
              <a:rPr lang="en-US" sz="2220" dirty="0">
                <a:solidFill>
                  <a:srgbClr val="123A4C"/>
                </a:solidFill>
                <a:latin typeface="Arial" pitchFamily="34" charset="0"/>
                <a:ea typeface="Arial" pitchFamily="34" charset="-122"/>
                <a:cs typeface="Arial" pitchFamily="34" charset="-120"/>
              </a:rPr>
              <a:t>The fact was never there to recall. It's a flat distribution, sampled confidently.</a:t>
            </a:r>
            <a:endParaRPr lang="en-US" sz="2220" dirty="0"/>
          </a:p>
        </p:txBody>
      </p:sp>
      <p:sp>
        <p:nvSpPr>
          <p:cNvPr id="22" name="Text 20"/>
          <p:cNvSpPr/>
          <p:nvPr/>
        </p:nvSpPr>
        <p:spPr>
          <a:xfrm>
            <a:off x="9404897" y="7849492"/>
            <a:ext cx="3576455" cy="1063303"/>
          </a:xfrm>
          <a:prstGeom prst="rect">
            <a:avLst/>
          </a:prstGeom>
          <a:noFill/>
          <a:ln/>
        </p:spPr>
        <p:txBody>
          <a:bodyPr wrap="square" lIns="25400" tIns="25400" rIns="25400" bIns="25400" rtlCol="0" anchor="t">
            <a:normAutofit/>
          </a:bodyPr>
          <a:lstStyle/>
          <a:p>
            <a:pPr marL="0" indent="0" algn="l">
              <a:lnSpc>
                <a:spcPct val="111308"/>
              </a:lnSpc>
              <a:buNone/>
            </a:pPr>
            <a:r>
              <a:rPr lang="en-US" sz="2220" b="1" dirty="0">
                <a:solidFill>
                  <a:srgbClr val="123A4C"/>
                </a:solidFill>
                <a:latin typeface="Arial" pitchFamily="34" charset="0"/>
                <a:ea typeface="Arial" pitchFamily="34" charset="-122"/>
                <a:cs typeface="Arial" pitchFamily="34" charset="-120"/>
              </a:rPr>
              <a:t>A different fabrication every run</a:t>
            </a:r>
            <a:endParaRPr lang="en-US" sz="2220" dirty="0"/>
          </a:p>
        </p:txBody>
      </p:sp>
      <p:sp>
        <p:nvSpPr>
          <p:cNvPr id="23" name="Text 21"/>
          <p:cNvSpPr/>
          <p:nvPr/>
        </p:nvSpPr>
        <p:spPr>
          <a:xfrm>
            <a:off x="13529221" y="7849493"/>
            <a:ext cx="4216706" cy="426690"/>
          </a:xfrm>
          <a:prstGeom prst="rect">
            <a:avLst/>
          </a:prstGeom>
          <a:noFill/>
          <a:ln/>
        </p:spPr>
        <p:txBody>
          <a:bodyPr wrap="square" lIns="25400" tIns="25400" rIns="25400" bIns="25400" rtlCol="0" anchor="t">
            <a:normAutofit/>
          </a:bodyPr>
          <a:lstStyle/>
          <a:p>
            <a:pPr marL="0" indent="0" algn="l">
              <a:lnSpc>
                <a:spcPct val="121686"/>
              </a:lnSpc>
              <a:buNone/>
            </a:pPr>
            <a:r>
              <a:rPr lang="en-US" sz="2175" dirty="0">
                <a:solidFill>
                  <a:srgbClr val="123A4C"/>
                </a:solidFill>
                <a:latin typeface="Arial" pitchFamily="34" charset="0"/>
                <a:ea typeface="Arial" pitchFamily="34" charset="-122"/>
                <a:cs typeface="Arial" pitchFamily="34" charset="-120"/>
              </a:rPr>
              <a:t>Ground it, or do not ask</a:t>
            </a:r>
            <a:endParaRPr lang="en-US" sz="21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808600"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Non-determinism</a:t>
            </a:r>
            <a:endParaRPr lang="en-US" sz="4350" dirty="0"/>
          </a:p>
        </p:txBody>
      </p:sp>
      <p:sp>
        <p:nvSpPr>
          <p:cNvPr id="3" name="Text 1"/>
          <p:cNvSpPr/>
          <p:nvPr/>
        </p:nvSpPr>
        <p:spPr>
          <a:xfrm>
            <a:off x="1156246" y="1613446"/>
            <a:ext cx="17899790" cy="490984"/>
          </a:xfrm>
          <a:prstGeom prst="rect">
            <a:avLst/>
          </a:prstGeom>
          <a:noFill/>
          <a:ln/>
        </p:spPr>
        <p:txBody>
          <a:bodyPr wrap="square" lIns="25400" tIns="25400" rIns="25400" bIns="25400" rtlCol="0" anchor="t">
            <a:normAutofit/>
          </a:bodyPr>
          <a:lstStyle/>
          <a:p>
            <a:pPr marL="0" indent="0" algn="l">
              <a:lnSpc>
                <a:spcPct val="128519"/>
              </a:lnSpc>
              <a:buNone/>
            </a:pPr>
            <a:r>
              <a:rPr lang="en-US" sz="2400" b="1" dirty="0">
                <a:solidFill>
                  <a:srgbClr val="123A4C"/>
                </a:solidFill>
                <a:latin typeface="Arial" pitchFamily="34" charset="0"/>
                <a:ea typeface="Arial" pitchFamily="34" charset="-122"/>
                <a:cs typeface="Arial" pitchFamily="34" charset="-120"/>
              </a:rPr>
              <a:t>Same prompt, same settings, different answer. This is expected behaviour, not a fault.</a:t>
            </a:r>
            <a:endParaRPr lang="en-US" sz="2400" dirty="0"/>
          </a:p>
        </p:txBody>
      </p:sp>
      <p:sp>
        <p:nvSpPr>
          <p:cNvPr id="4" name="Text 2"/>
          <p:cNvSpPr/>
          <p:nvPr/>
        </p:nvSpPr>
        <p:spPr>
          <a:xfrm>
            <a:off x="1156246" y="3004885"/>
            <a:ext cx="3871927" cy="285750"/>
          </a:xfrm>
          <a:prstGeom prst="rect">
            <a:avLst/>
          </a:prstGeom>
          <a:noFill/>
          <a:ln/>
        </p:spPr>
        <p:txBody>
          <a:bodyPr wrap="square" lIns="25400" tIns="25400" rIns="25400" bIns="25400" rtlCol="0" anchor="t">
            <a:noAutofit/>
          </a:bodyPr>
          <a:lstStyle/>
          <a:p>
            <a:pPr marL="0" indent="0" algn="l">
              <a:buNone/>
            </a:pPr>
            <a:r>
              <a:rPr lang="en-US" b="1" kern="0" spc="150" dirty="0">
                <a:solidFill>
                  <a:srgbClr val="1A7D6F"/>
                </a:solidFill>
                <a:latin typeface="Arial" pitchFamily="34" charset="0"/>
                <a:ea typeface="Arial" pitchFamily="34" charset="-122"/>
                <a:cs typeface="Arial" pitchFamily="34" charset="-120"/>
              </a:rPr>
              <a:t>SAMPLING &amp; TEMPERATURE</a:t>
            </a:r>
            <a:endParaRPr lang="en-US" dirty="0"/>
          </a:p>
        </p:txBody>
      </p:sp>
      <p:sp>
        <p:nvSpPr>
          <p:cNvPr id="5" name="Text 3"/>
          <p:cNvSpPr/>
          <p:nvPr/>
        </p:nvSpPr>
        <p:spPr>
          <a:xfrm>
            <a:off x="1156247" y="3671986"/>
            <a:ext cx="7028197" cy="1179091"/>
          </a:xfrm>
          <a:prstGeom prst="rect">
            <a:avLst/>
          </a:prstGeom>
          <a:noFill/>
          <a:ln/>
        </p:spPr>
        <p:txBody>
          <a:bodyPr wrap="square" lIns="25400" tIns="25400" rIns="25400" bIns="25400" rtlCol="0" anchor="t">
            <a:normAutofit lnSpcReduction="10000"/>
          </a:bodyPr>
          <a:lstStyle/>
          <a:p>
            <a:pPr marL="0" indent="0" algn="l">
              <a:lnSpc>
                <a:spcPct val="116670"/>
              </a:lnSpc>
              <a:buNone/>
            </a:pPr>
            <a:r>
              <a:rPr lang="en-US" sz="2220" dirty="0">
                <a:solidFill>
                  <a:srgbClr val="5E7480"/>
                </a:solidFill>
                <a:latin typeface="Arial" pitchFamily="34" charset="0"/>
                <a:ea typeface="Arial" pitchFamily="34" charset="-122"/>
                <a:cs typeface="Arial" pitchFamily="34" charset="-120"/>
              </a:rPr>
              <a:t>The model emits a distribution over next tokens; the sampler draws from it. At any temperature above zero the same prompt can take a different draw.</a:t>
            </a:r>
            <a:endParaRPr lang="en-US" sz="2220" dirty="0"/>
          </a:p>
        </p:txBody>
      </p:sp>
      <p:sp>
        <p:nvSpPr>
          <p:cNvPr id="6" name="Text 4"/>
          <p:cNvSpPr/>
          <p:nvPr/>
        </p:nvSpPr>
        <p:spPr>
          <a:xfrm>
            <a:off x="1156246" y="5538713"/>
            <a:ext cx="8963193" cy="418430"/>
          </a:xfrm>
          <a:prstGeom prst="rect">
            <a:avLst/>
          </a:prstGeom>
          <a:noFill/>
          <a:ln/>
        </p:spPr>
        <p:txBody>
          <a:bodyPr wrap="square" lIns="25400" tIns="25400" rIns="25400" bIns="25400" rtlCol="0" anchor="t">
            <a:normAutofit lnSpcReduction="10000"/>
          </a:bodyPr>
          <a:lstStyle/>
          <a:p>
            <a:pPr marL="0" indent="0" algn="l">
              <a:lnSpc>
                <a:spcPct val="116670"/>
              </a:lnSpc>
              <a:buNone/>
            </a:pPr>
            <a:r>
              <a:rPr lang="en-US" sz="2220" b="1" dirty="0">
                <a:solidFill>
                  <a:srgbClr val="123A4C"/>
                </a:solidFill>
                <a:latin typeface="Arial" pitchFamily="34" charset="0"/>
                <a:ea typeface="Arial" pitchFamily="34" charset="-122"/>
                <a:cs typeface="Arial" pitchFamily="34" charset="-120"/>
              </a:rPr>
              <a:t>This is the one you control, </a:t>
            </a:r>
            <a:r>
              <a:rPr lang="en-US" sz="2220" dirty="0">
                <a:solidFill>
                  <a:srgbClr val="123A4C"/>
                </a:solidFill>
                <a:latin typeface="Courier New" pitchFamily="34" charset="0"/>
                <a:ea typeface="Courier New" pitchFamily="34" charset="-122"/>
                <a:cs typeface="Courier New" pitchFamily="34" charset="-120"/>
              </a:rPr>
              <a:t>temperature=0.</a:t>
            </a:r>
            <a:endParaRPr lang="en-US" sz="1200" dirty="0"/>
          </a:p>
        </p:txBody>
      </p:sp>
      <p:sp>
        <p:nvSpPr>
          <p:cNvPr id="7" name="Text 5"/>
          <p:cNvSpPr/>
          <p:nvPr/>
        </p:nvSpPr>
        <p:spPr>
          <a:xfrm>
            <a:off x="9462046" y="3004885"/>
            <a:ext cx="2791353" cy="285750"/>
          </a:xfrm>
          <a:prstGeom prst="rect">
            <a:avLst/>
          </a:prstGeom>
          <a:noFill/>
          <a:ln/>
        </p:spPr>
        <p:txBody>
          <a:bodyPr wrap="square" lIns="25400" tIns="25400" rIns="25400" bIns="25400" rtlCol="0" anchor="t">
            <a:noAutofit/>
          </a:bodyPr>
          <a:lstStyle/>
          <a:p>
            <a:pPr marL="0" indent="0" algn="l">
              <a:buNone/>
            </a:pPr>
            <a:r>
              <a:rPr lang="en-US" b="1" kern="0" spc="150" dirty="0">
                <a:solidFill>
                  <a:srgbClr val="1A7D6F"/>
                </a:solidFill>
                <a:latin typeface="Arial" pitchFamily="34" charset="0"/>
                <a:ea typeface="Arial" pitchFamily="34" charset="-122"/>
                <a:cs typeface="Arial" pitchFamily="34" charset="-120"/>
              </a:rPr>
              <a:t>DYNAMIC BATCHING</a:t>
            </a:r>
            <a:endParaRPr lang="en-US" dirty="0"/>
          </a:p>
        </p:txBody>
      </p:sp>
      <p:sp>
        <p:nvSpPr>
          <p:cNvPr id="8" name="Text 6"/>
          <p:cNvSpPr/>
          <p:nvPr/>
        </p:nvSpPr>
        <p:spPr>
          <a:xfrm>
            <a:off x="9462047" y="3671986"/>
            <a:ext cx="7721054" cy="690414"/>
          </a:xfrm>
          <a:prstGeom prst="rect">
            <a:avLst/>
          </a:prstGeom>
          <a:noFill/>
          <a:ln/>
        </p:spPr>
        <p:txBody>
          <a:bodyPr wrap="square" lIns="25400" tIns="25400" rIns="25400" bIns="25400" rtlCol="0" anchor="t">
            <a:normAutofit lnSpcReduction="10000"/>
          </a:bodyPr>
          <a:lstStyle/>
          <a:p>
            <a:pPr marL="0" indent="0" algn="l">
              <a:lnSpc>
                <a:spcPct val="100065"/>
              </a:lnSpc>
              <a:buNone/>
            </a:pPr>
            <a:r>
              <a:rPr lang="en-US" sz="2220" dirty="0">
                <a:solidFill>
                  <a:srgbClr val="5E7480"/>
                </a:solidFill>
                <a:latin typeface="Arial" pitchFamily="34" charset="0"/>
                <a:ea typeface="Arial" pitchFamily="34" charset="-122"/>
                <a:cs typeface="Arial" pitchFamily="34" charset="-120"/>
              </a:rPr>
              <a:t>The server batches your call with whoever else is in the queue. </a:t>
            </a:r>
            <a:r>
              <a:rPr lang="en-US" sz="2220" b="1" dirty="0">
                <a:solidFill>
                  <a:srgbClr val="123A4C"/>
                </a:solidFill>
                <a:latin typeface="Arial" pitchFamily="34" charset="0"/>
                <a:ea typeface="Arial" pitchFamily="34" charset="-122"/>
                <a:cs typeface="Arial" pitchFamily="34" charset="-120"/>
              </a:rPr>
              <a:t>You do not control this.</a:t>
            </a:r>
            <a:endParaRPr lang="en-US" sz="1200" dirty="0"/>
          </a:p>
        </p:txBody>
      </p:sp>
      <p:sp>
        <p:nvSpPr>
          <p:cNvPr id="9" name="Shape 7"/>
          <p:cNvSpPr/>
          <p:nvPr/>
        </p:nvSpPr>
        <p:spPr>
          <a:xfrm>
            <a:off x="9410700" y="4991100"/>
            <a:ext cx="7772400" cy="1247775"/>
          </a:xfrm>
          <a:prstGeom prst="rect">
            <a:avLst/>
          </a:prstGeom>
          <a:ln w="19050">
            <a:solidFill>
              <a:srgbClr val="C9D6DD"/>
            </a:solidFill>
            <a:prstDash val="solid"/>
          </a:ln>
        </p:spPr>
        <p:txBody>
          <a:bodyPr/>
          <a:lstStyle/>
          <a:p>
            <a:endParaRPr lang="en-GB"/>
          </a:p>
        </p:txBody>
      </p:sp>
      <p:sp>
        <p:nvSpPr>
          <p:cNvPr id="10" name="Shape 8"/>
          <p:cNvSpPr/>
          <p:nvPr/>
        </p:nvSpPr>
        <p:spPr>
          <a:xfrm>
            <a:off x="9601200" y="5200650"/>
            <a:ext cx="1402035" cy="361950"/>
          </a:xfrm>
          <a:prstGeom prst="rect">
            <a:avLst/>
          </a:prstGeom>
          <a:solidFill>
            <a:srgbClr val="DCE6EB"/>
          </a:solidFill>
          <a:ln/>
        </p:spPr>
        <p:txBody>
          <a:bodyPr/>
          <a:lstStyle/>
          <a:p>
            <a:endParaRPr lang="en-GB"/>
          </a:p>
        </p:txBody>
      </p:sp>
      <p:sp>
        <p:nvSpPr>
          <p:cNvPr id="11" name="Shape 9"/>
          <p:cNvSpPr/>
          <p:nvPr/>
        </p:nvSpPr>
        <p:spPr>
          <a:xfrm>
            <a:off x="11098485" y="5200650"/>
            <a:ext cx="1402035" cy="361950"/>
          </a:xfrm>
          <a:prstGeom prst="rect">
            <a:avLst/>
          </a:prstGeom>
          <a:solidFill>
            <a:srgbClr val="3EC1AE"/>
          </a:solidFill>
          <a:ln/>
        </p:spPr>
        <p:txBody>
          <a:bodyPr/>
          <a:lstStyle/>
          <a:p>
            <a:endParaRPr lang="en-GB"/>
          </a:p>
        </p:txBody>
      </p:sp>
      <p:sp>
        <p:nvSpPr>
          <p:cNvPr id="12" name="Shape 10"/>
          <p:cNvSpPr/>
          <p:nvPr/>
        </p:nvSpPr>
        <p:spPr>
          <a:xfrm>
            <a:off x="12595845" y="5200650"/>
            <a:ext cx="1402035" cy="361950"/>
          </a:xfrm>
          <a:prstGeom prst="rect">
            <a:avLst/>
          </a:prstGeom>
          <a:solidFill>
            <a:srgbClr val="DCE6EB"/>
          </a:solidFill>
          <a:ln/>
        </p:spPr>
        <p:txBody>
          <a:bodyPr/>
          <a:lstStyle/>
          <a:p>
            <a:endParaRPr lang="en-GB"/>
          </a:p>
        </p:txBody>
      </p:sp>
      <p:sp>
        <p:nvSpPr>
          <p:cNvPr id="13" name="Shape 11"/>
          <p:cNvSpPr/>
          <p:nvPr/>
        </p:nvSpPr>
        <p:spPr>
          <a:xfrm>
            <a:off x="14093130" y="5200650"/>
            <a:ext cx="1402035" cy="361950"/>
          </a:xfrm>
          <a:prstGeom prst="rect">
            <a:avLst/>
          </a:prstGeom>
          <a:solidFill>
            <a:srgbClr val="DCE6EB"/>
          </a:solidFill>
          <a:ln/>
        </p:spPr>
        <p:txBody>
          <a:bodyPr/>
          <a:lstStyle/>
          <a:p>
            <a:endParaRPr lang="en-GB"/>
          </a:p>
        </p:txBody>
      </p:sp>
      <p:sp>
        <p:nvSpPr>
          <p:cNvPr id="14" name="Shape 12"/>
          <p:cNvSpPr/>
          <p:nvPr/>
        </p:nvSpPr>
        <p:spPr>
          <a:xfrm>
            <a:off x="15590490" y="5200650"/>
            <a:ext cx="1402035" cy="361950"/>
          </a:xfrm>
          <a:prstGeom prst="rect">
            <a:avLst/>
          </a:prstGeom>
          <a:solidFill>
            <a:srgbClr val="DCE6EB"/>
          </a:solidFill>
          <a:ln/>
        </p:spPr>
        <p:txBody>
          <a:bodyPr/>
          <a:lstStyle/>
          <a:p>
            <a:endParaRPr lang="en-GB"/>
          </a:p>
        </p:txBody>
      </p:sp>
      <p:sp>
        <p:nvSpPr>
          <p:cNvPr id="15" name="Text 13"/>
          <p:cNvSpPr/>
          <p:nvPr/>
        </p:nvSpPr>
        <p:spPr>
          <a:xfrm>
            <a:off x="9652546" y="5747296"/>
            <a:ext cx="1917427" cy="300038"/>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7480"/>
                </a:solidFill>
                <a:latin typeface="Arial" pitchFamily="34" charset="0"/>
                <a:ea typeface="Arial" pitchFamily="34" charset="-122"/>
                <a:cs typeface="Arial" pitchFamily="34" charset="-120"/>
              </a:rPr>
              <a:t>one GPU batch</a:t>
            </a:r>
            <a:endParaRPr lang="en-US" sz="1800" dirty="0"/>
          </a:p>
        </p:txBody>
      </p:sp>
      <p:sp>
        <p:nvSpPr>
          <p:cNvPr id="16" name="Text 14"/>
          <p:cNvSpPr/>
          <p:nvPr/>
        </p:nvSpPr>
        <p:spPr>
          <a:xfrm>
            <a:off x="15773326" y="5747296"/>
            <a:ext cx="1571707" cy="261937"/>
          </a:xfrm>
          <a:prstGeom prst="rect">
            <a:avLst/>
          </a:prstGeom>
          <a:noFill/>
          <a:ln/>
        </p:spPr>
        <p:txBody>
          <a:bodyPr wrap="square" lIns="25400" tIns="25400" rIns="25400" bIns="25400" rtlCol="0" anchor="t">
            <a:normAutofit lnSpcReduction="10000"/>
          </a:bodyPr>
          <a:lstStyle/>
          <a:p>
            <a:pPr marL="0" indent="0" algn="l">
              <a:buNone/>
            </a:pPr>
            <a:r>
              <a:rPr lang="en-US" sz="1538" b="1" dirty="0">
                <a:solidFill>
                  <a:srgbClr val="1A7D6F"/>
                </a:solidFill>
                <a:latin typeface="Arial" pitchFamily="34" charset="0"/>
                <a:ea typeface="Arial" pitchFamily="34" charset="-122"/>
                <a:cs typeface="Arial" pitchFamily="34" charset="-120"/>
              </a:rPr>
              <a:t>your request</a:t>
            </a:r>
            <a:endParaRPr lang="en-US" sz="1538" dirty="0"/>
          </a:p>
        </p:txBody>
      </p:sp>
      <p:sp>
        <p:nvSpPr>
          <p:cNvPr id="17" name="Text 15"/>
          <p:cNvSpPr/>
          <p:nvPr/>
        </p:nvSpPr>
        <p:spPr>
          <a:xfrm>
            <a:off x="9462046" y="6518821"/>
            <a:ext cx="1411635" cy="338138"/>
          </a:xfrm>
          <a:prstGeom prst="rect">
            <a:avLst/>
          </a:prstGeom>
          <a:noFill/>
          <a:ln/>
        </p:spPr>
        <p:txBody>
          <a:bodyPr wrap="square" lIns="25400" tIns="25400" rIns="25400" bIns="25400" rtlCol="0" anchor="t">
            <a:normAutofit/>
          </a:bodyPr>
          <a:lstStyle/>
          <a:p>
            <a:pPr marL="0" indent="0" algn="l">
              <a:buNone/>
            </a:pPr>
            <a:r>
              <a:rPr lang="en-US" sz="1800" dirty="0">
                <a:solidFill>
                  <a:srgbClr val="123A4C"/>
                </a:solidFill>
                <a:latin typeface="Courier New" pitchFamily="34" charset="0"/>
                <a:ea typeface="Courier New" pitchFamily="34" charset="-122"/>
                <a:cs typeface="Courier New" pitchFamily="34" charset="-120"/>
              </a:rPr>
              <a:t>token A</a:t>
            </a:r>
            <a:endParaRPr lang="en-US" sz="1800" dirty="0"/>
          </a:p>
        </p:txBody>
      </p:sp>
      <p:sp>
        <p:nvSpPr>
          <p:cNvPr id="18" name="Shape 16"/>
          <p:cNvSpPr/>
          <p:nvPr/>
        </p:nvSpPr>
        <p:spPr>
          <a:xfrm>
            <a:off x="10801350" y="6538913"/>
            <a:ext cx="6381750" cy="152400"/>
          </a:xfrm>
          <a:prstGeom prst="rect">
            <a:avLst/>
          </a:prstGeom>
          <a:solidFill>
            <a:srgbClr val="DCE6EB"/>
          </a:solidFill>
          <a:ln/>
        </p:spPr>
        <p:txBody>
          <a:bodyPr/>
          <a:lstStyle/>
          <a:p>
            <a:endParaRPr lang="en-GB"/>
          </a:p>
        </p:txBody>
      </p:sp>
      <p:sp>
        <p:nvSpPr>
          <p:cNvPr id="19" name="Shape 17"/>
          <p:cNvSpPr/>
          <p:nvPr/>
        </p:nvSpPr>
        <p:spPr>
          <a:xfrm>
            <a:off x="10801350" y="6538913"/>
            <a:ext cx="3197498" cy="152400"/>
          </a:xfrm>
          <a:prstGeom prst="rect">
            <a:avLst/>
          </a:prstGeom>
          <a:solidFill>
            <a:srgbClr val="4FB8AE"/>
          </a:solidFill>
          <a:ln/>
        </p:spPr>
        <p:txBody>
          <a:bodyPr/>
          <a:lstStyle/>
          <a:p>
            <a:endParaRPr lang="en-GB"/>
          </a:p>
        </p:txBody>
      </p:sp>
      <p:sp>
        <p:nvSpPr>
          <p:cNvPr id="20" name="Text 18"/>
          <p:cNvSpPr/>
          <p:nvPr/>
        </p:nvSpPr>
        <p:spPr>
          <a:xfrm>
            <a:off x="9462046" y="6928396"/>
            <a:ext cx="1411635" cy="338138"/>
          </a:xfrm>
          <a:prstGeom prst="rect">
            <a:avLst/>
          </a:prstGeom>
          <a:noFill/>
          <a:ln/>
        </p:spPr>
        <p:txBody>
          <a:bodyPr wrap="square" lIns="25400" tIns="25400" rIns="25400" bIns="25400" rtlCol="0" anchor="t">
            <a:normAutofit/>
          </a:bodyPr>
          <a:lstStyle/>
          <a:p>
            <a:pPr marL="0" indent="0" algn="l">
              <a:buNone/>
            </a:pPr>
            <a:r>
              <a:rPr lang="en-US" sz="1800" dirty="0">
                <a:solidFill>
                  <a:srgbClr val="123A4C"/>
                </a:solidFill>
                <a:latin typeface="Courier New" pitchFamily="34" charset="0"/>
                <a:ea typeface="Courier New" pitchFamily="34" charset="-122"/>
                <a:cs typeface="Courier New" pitchFamily="34" charset="-120"/>
              </a:rPr>
              <a:t>token B</a:t>
            </a:r>
            <a:endParaRPr lang="en-US" sz="1800" dirty="0"/>
          </a:p>
        </p:txBody>
      </p:sp>
      <p:sp>
        <p:nvSpPr>
          <p:cNvPr id="21" name="Shape 19"/>
          <p:cNvSpPr/>
          <p:nvPr/>
        </p:nvSpPr>
        <p:spPr>
          <a:xfrm>
            <a:off x="10801350" y="6948488"/>
            <a:ext cx="6381750" cy="152400"/>
          </a:xfrm>
          <a:prstGeom prst="rect">
            <a:avLst/>
          </a:prstGeom>
          <a:solidFill>
            <a:srgbClr val="DCE6EB"/>
          </a:solidFill>
          <a:ln/>
        </p:spPr>
        <p:txBody>
          <a:bodyPr/>
          <a:lstStyle/>
          <a:p>
            <a:endParaRPr lang="en-GB"/>
          </a:p>
        </p:txBody>
      </p:sp>
      <p:sp>
        <p:nvSpPr>
          <p:cNvPr id="22" name="Shape 20"/>
          <p:cNvSpPr/>
          <p:nvPr/>
        </p:nvSpPr>
        <p:spPr>
          <a:xfrm>
            <a:off x="10801350" y="6948488"/>
            <a:ext cx="3184178" cy="152400"/>
          </a:xfrm>
          <a:prstGeom prst="rect">
            <a:avLst/>
          </a:prstGeom>
          <a:solidFill>
            <a:srgbClr val="D9694E"/>
          </a:solidFill>
          <a:ln/>
        </p:spPr>
        <p:txBody>
          <a:bodyPr/>
          <a:lstStyle/>
          <a:p>
            <a:endParaRPr lang="en-GB"/>
          </a:p>
        </p:txBody>
      </p:sp>
      <p:sp>
        <p:nvSpPr>
          <p:cNvPr id="23" name="Text 21"/>
          <p:cNvSpPr/>
          <p:nvPr/>
        </p:nvSpPr>
        <p:spPr>
          <a:xfrm>
            <a:off x="9462046" y="7452270"/>
            <a:ext cx="8386275" cy="2047330"/>
          </a:xfrm>
          <a:prstGeom prst="rect">
            <a:avLst/>
          </a:prstGeom>
          <a:noFill/>
          <a:ln/>
        </p:spPr>
        <p:txBody>
          <a:bodyPr wrap="square" lIns="25400" tIns="25400" rIns="25400" bIns="25400" rtlCol="0" anchor="t">
            <a:normAutofit/>
          </a:bodyPr>
          <a:lstStyle/>
          <a:p>
            <a:pPr>
              <a:lnSpc>
                <a:spcPct val="116065"/>
              </a:lnSpc>
            </a:pPr>
            <a:r>
              <a:rPr lang="en-US" sz="2220" dirty="0" err="1">
                <a:solidFill>
                  <a:srgbClr val="5E7480"/>
                </a:solidFill>
                <a:latin typeface="Arial" pitchFamily="34" charset="0"/>
                <a:cs typeface="Arial" pitchFamily="34" charset="-120"/>
              </a:rPr>
              <a:t>E.g.The</a:t>
            </a:r>
            <a:r>
              <a:rPr lang="en-US" sz="2220" dirty="0">
                <a:solidFill>
                  <a:srgbClr val="5E7480"/>
                </a:solidFill>
                <a:latin typeface="Arial" pitchFamily="34" charset="0"/>
                <a:cs typeface="Arial" pitchFamily="34" charset="-120"/>
              </a:rPr>
              <a:t> best city for a conference… </a:t>
            </a:r>
          </a:p>
          <a:p>
            <a:pPr marL="0" indent="0" algn="l">
              <a:lnSpc>
                <a:spcPct val="116065"/>
              </a:lnSpc>
              <a:buNone/>
            </a:pPr>
            <a:endParaRPr lang="en-US" sz="1875" b="1" dirty="0">
              <a:solidFill>
                <a:srgbClr val="123A4C"/>
              </a:solidFill>
              <a:latin typeface="Arial" pitchFamily="34" charset="0"/>
              <a:ea typeface="Arial" pitchFamily="34" charset="-122"/>
              <a:cs typeface="Arial" pitchFamily="34" charset="-120"/>
            </a:endParaRPr>
          </a:p>
          <a:p>
            <a:pPr marL="0" indent="0" algn="l">
              <a:lnSpc>
                <a:spcPct val="116065"/>
              </a:lnSpc>
              <a:buNone/>
            </a:pPr>
            <a:r>
              <a:rPr lang="en-US" sz="1875" b="1" dirty="0">
                <a:solidFill>
                  <a:srgbClr val="123A4C"/>
                </a:solidFill>
                <a:latin typeface="Arial" pitchFamily="34" charset="0"/>
                <a:ea typeface="Arial" pitchFamily="34" charset="-122"/>
                <a:cs typeface="Arial" pitchFamily="34" charset="-120"/>
              </a:rPr>
              <a:t>Batch shape changes the sum order, and that can flip a near-tie even at temperature 0.</a:t>
            </a:r>
          </a:p>
          <a:p>
            <a:pPr marL="0" indent="0" algn="l">
              <a:lnSpc>
                <a:spcPct val="116065"/>
              </a:lnSpc>
              <a:buNone/>
            </a:pPr>
            <a:endParaRPr lang="en-US" sz="1875" b="1" dirty="0">
              <a:solidFill>
                <a:srgbClr val="123A4C"/>
              </a:solidFill>
              <a:latin typeface="Arial" pitchFamily="34" charset="0"/>
              <a:ea typeface="Arial" pitchFamily="34" charset="-122"/>
              <a:cs typeface="Arial" pitchFamily="34" charset="-120"/>
            </a:endParaRPr>
          </a:p>
          <a:p>
            <a:pPr marL="0" indent="0" algn="l">
              <a:lnSpc>
                <a:spcPct val="116065"/>
              </a:lnSpc>
              <a:buNone/>
            </a:pPr>
            <a:endParaRPr lang="en-US" sz="1875" b="1" dirty="0">
              <a:solidFill>
                <a:srgbClr val="123A4C"/>
              </a:solidFill>
              <a:latin typeface="Arial" pitchFamily="34" charset="0"/>
              <a:ea typeface="Arial" pitchFamily="34" charset="-122"/>
              <a:cs typeface="Arial" pitchFamily="34" charset="-12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357494"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Practical tuning</a:t>
            </a:r>
            <a:endParaRPr lang="en-US" sz="4350" dirty="0"/>
          </a:p>
        </p:txBody>
      </p:sp>
      <p:sp>
        <p:nvSpPr>
          <p:cNvPr id="6" name="Text 4"/>
          <p:cNvSpPr/>
          <p:nvPr/>
        </p:nvSpPr>
        <p:spPr>
          <a:xfrm>
            <a:off x="1156246" y="2508448"/>
            <a:ext cx="3103720" cy="624929"/>
          </a:xfrm>
          <a:prstGeom prst="rect">
            <a:avLst/>
          </a:prstGeom>
          <a:noFill/>
          <a:ln/>
        </p:spPr>
        <p:txBody>
          <a:bodyPr wrap="square" lIns="25400" tIns="25400" rIns="25400" bIns="25400" rtlCol="0" anchor="t">
            <a:normAutofit/>
          </a:bodyPr>
          <a:lstStyle/>
          <a:p>
            <a:pPr marL="0" indent="0" algn="l">
              <a:buNone/>
            </a:pPr>
            <a:r>
              <a:rPr lang="en-US" b="1" kern="0" spc="150" dirty="0">
                <a:solidFill>
                  <a:srgbClr val="1A7D6F"/>
                </a:solidFill>
                <a:latin typeface="Arial" pitchFamily="34" charset="0"/>
                <a:cs typeface="Arial" pitchFamily="34" charset="-120"/>
              </a:rPr>
              <a:t>TEMPERATURE</a:t>
            </a:r>
            <a:r>
              <a:rPr lang="en-US" sz="2000" b="1" kern="0" spc="150" dirty="0">
                <a:solidFill>
                  <a:schemeClr val="accent1"/>
                </a:solidFill>
                <a:latin typeface="Arial" pitchFamily="34" charset="0"/>
                <a:ea typeface="Arial" pitchFamily="34" charset="-122"/>
                <a:cs typeface="Arial" pitchFamily="34" charset="-120"/>
              </a:rPr>
              <a:t> </a:t>
            </a:r>
            <a:r>
              <a:rPr lang="en-US" b="1" kern="0" spc="150" dirty="0">
                <a:solidFill>
                  <a:srgbClr val="1A7D6F"/>
                </a:solidFill>
                <a:latin typeface="Arial" pitchFamily="34" charset="0"/>
                <a:cs typeface="Arial" pitchFamily="34" charset="-120"/>
              </a:rPr>
              <a:t>(0-1)</a:t>
            </a:r>
          </a:p>
        </p:txBody>
      </p:sp>
      <p:sp>
        <p:nvSpPr>
          <p:cNvPr id="11" name="Text 9"/>
          <p:cNvSpPr/>
          <p:nvPr/>
        </p:nvSpPr>
        <p:spPr>
          <a:xfrm>
            <a:off x="9144000" y="2496221"/>
            <a:ext cx="3103720" cy="558254"/>
          </a:xfrm>
          <a:prstGeom prst="rect">
            <a:avLst/>
          </a:prstGeom>
          <a:noFill/>
          <a:ln/>
        </p:spPr>
        <p:txBody>
          <a:bodyPr wrap="square" lIns="25400" tIns="25400" rIns="25400" bIns="25400" rtlCol="0" anchor="t">
            <a:normAutofit/>
          </a:bodyPr>
          <a:lstStyle/>
          <a:p>
            <a:pPr marL="0" indent="0" algn="l">
              <a:buNone/>
            </a:pPr>
            <a:r>
              <a:rPr lang="en-US" b="1" kern="0" spc="150" dirty="0">
                <a:solidFill>
                  <a:srgbClr val="1A7D6F"/>
                </a:solidFill>
                <a:latin typeface="Arial" pitchFamily="34" charset="0"/>
                <a:cs typeface="Arial" pitchFamily="34" charset="-120"/>
              </a:rPr>
              <a:t>TOP-P</a:t>
            </a:r>
            <a:r>
              <a:rPr lang="en-US" sz="2000" b="1" kern="0" spc="150" dirty="0">
                <a:solidFill>
                  <a:srgbClr val="C00000"/>
                </a:solidFill>
                <a:latin typeface="Arial" pitchFamily="34" charset="0"/>
                <a:ea typeface="Arial" pitchFamily="34" charset="-122"/>
                <a:cs typeface="Arial" pitchFamily="34" charset="-120"/>
              </a:rPr>
              <a:t> </a:t>
            </a:r>
            <a:r>
              <a:rPr lang="en-US" b="1" kern="0" spc="150" dirty="0">
                <a:solidFill>
                  <a:srgbClr val="1A7D6F"/>
                </a:solidFill>
                <a:latin typeface="Arial" pitchFamily="34" charset="0"/>
                <a:cs typeface="Arial" pitchFamily="34" charset="-120"/>
              </a:rPr>
              <a:t>(0-1)</a:t>
            </a:r>
          </a:p>
        </p:txBody>
      </p:sp>
      <p:sp>
        <p:nvSpPr>
          <p:cNvPr id="17" name="Text 15"/>
          <p:cNvSpPr/>
          <p:nvPr/>
        </p:nvSpPr>
        <p:spPr>
          <a:xfrm>
            <a:off x="1156246" y="3132174"/>
            <a:ext cx="5388095" cy="2570126"/>
          </a:xfrm>
          <a:prstGeom prst="rect">
            <a:avLst/>
          </a:prstGeom>
          <a:noFill/>
          <a:ln/>
        </p:spPr>
        <p:txBody>
          <a:bodyPr wrap="square" lIns="25400" tIns="25400" rIns="25400" bIns="25400" rtlCol="0" anchor="t">
            <a:normAutofit/>
          </a:bodyPr>
          <a:lstStyle/>
          <a:p>
            <a:pPr marL="0" indent="0" algn="l">
              <a:lnSpc>
                <a:spcPct val="100065"/>
              </a:lnSpc>
              <a:buNone/>
            </a:pPr>
            <a:r>
              <a:rPr lang="en-US" sz="2220" dirty="0">
                <a:solidFill>
                  <a:srgbClr val="123A4C"/>
                </a:solidFill>
                <a:latin typeface="Arial" pitchFamily="34" charset="0"/>
                <a:ea typeface="Arial" pitchFamily="34" charset="-122"/>
                <a:cs typeface="Arial" pitchFamily="34" charset="-120"/>
              </a:rPr>
              <a:t>Controls how “”adventurous” the pick is.</a:t>
            </a:r>
          </a:p>
          <a:p>
            <a:pPr marL="0" indent="0" algn="l">
              <a:lnSpc>
                <a:spcPct val="100065"/>
              </a:lnSpc>
              <a:buNone/>
            </a:pPr>
            <a:endParaRPr lang="en-US" sz="2220" dirty="0">
              <a:solidFill>
                <a:srgbClr val="123A4C"/>
              </a:solidFill>
              <a:latin typeface="Arial" pitchFamily="34" charset="0"/>
              <a:ea typeface="Arial" pitchFamily="34" charset="-122"/>
              <a:cs typeface="Arial" pitchFamily="34" charset="-120"/>
            </a:endParaRPr>
          </a:p>
          <a:p>
            <a:pPr marL="0" indent="0" algn="l">
              <a:lnSpc>
                <a:spcPct val="100065"/>
              </a:lnSpc>
              <a:buNone/>
            </a:pPr>
            <a:r>
              <a:rPr lang="en-US" sz="2220" dirty="0">
                <a:solidFill>
                  <a:srgbClr val="123A4C"/>
                </a:solidFill>
                <a:latin typeface="Arial" pitchFamily="34" charset="0"/>
                <a:ea typeface="Arial" pitchFamily="34" charset="-122"/>
                <a:cs typeface="Arial" pitchFamily="34" charset="-120"/>
              </a:rPr>
              <a:t>It reshapes the whole probability distribution (flatter == more random) </a:t>
            </a:r>
            <a:endParaRPr lang="en-US" sz="2220" dirty="0"/>
          </a:p>
        </p:txBody>
      </p:sp>
      <p:sp>
        <p:nvSpPr>
          <p:cNvPr id="56" name="Text 15">
            <a:extLst>
              <a:ext uri="{FF2B5EF4-FFF2-40B4-BE49-F238E27FC236}">
                <a16:creationId xmlns:a16="http://schemas.microsoft.com/office/drawing/2014/main" id="{1C0CE884-CDB0-3239-D607-5B00613D9FED}"/>
              </a:ext>
            </a:extLst>
          </p:cNvPr>
          <p:cNvSpPr/>
          <p:nvPr/>
        </p:nvSpPr>
        <p:spPr>
          <a:xfrm>
            <a:off x="9144000" y="3132174"/>
            <a:ext cx="7242295" cy="2201826"/>
          </a:xfrm>
          <a:prstGeom prst="rect">
            <a:avLst/>
          </a:prstGeom>
          <a:noFill/>
          <a:ln/>
        </p:spPr>
        <p:txBody>
          <a:bodyPr wrap="square" lIns="25400" tIns="25400" rIns="25400" bIns="25400" rtlCol="0" anchor="t">
            <a:normAutofit/>
          </a:bodyPr>
          <a:lstStyle/>
          <a:p>
            <a:pPr marL="0" indent="0" algn="l">
              <a:lnSpc>
                <a:spcPct val="100065"/>
              </a:lnSpc>
              <a:buNone/>
            </a:pPr>
            <a:r>
              <a:rPr lang="en-US" sz="2220" dirty="0">
                <a:solidFill>
                  <a:srgbClr val="123A4C"/>
                </a:solidFill>
                <a:latin typeface="Arial" panose="020B0604020202020204" pitchFamily="34" charset="0"/>
                <a:ea typeface="Arial" pitchFamily="34" charset="-122"/>
                <a:cs typeface="Arial" panose="020B0604020202020204" pitchFamily="34" charset="0"/>
              </a:rPr>
              <a:t>Controls how many candidates are allowed</a:t>
            </a:r>
          </a:p>
          <a:p>
            <a:pPr marL="0" indent="0" algn="l">
              <a:lnSpc>
                <a:spcPct val="100065"/>
              </a:lnSpc>
              <a:buNone/>
            </a:pPr>
            <a:endParaRPr lang="en-US" sz="2220" dirty="0">
              <a:solidFill>
                <a:srgbClr val="123A4C"/>
              </a:solidFill>
              <a:latin typeface="Arial" panose="020B0604020202020204" pitchFamily="34" charset="0"/>
              <a:cs typeface="Arial" panose="020B0604020202020204" pitchFamily="34" charset="0"/>
            </a:endParaRPr>
          </a:p>
          <a:p>
            <a:pPr marL="0" indent="0" algn="l">
              <a:lnSpc>
                <a:spcPct val="100065"/>
              </a:lnSpc>
              <a:buNone/>
            </a:pPr>
            <a:r>
              <a:rPr lang="en-US" sz="2220" dirty="0">
                <a:latin typeface="Arial" panose="020B0604020202020204" pitchFamily="34" charset="0"/>
                <a:cs typeface="Arial" panose="020B0604020202020204" pitchFamily="34" charset="0"/>
              </a:rPr>
              <a:t>It cuts off the unlikely tail (keeping a small set of top tokens whose probability add up to at least </a:t>
            </a:r>
            <a:r>
              <a:rPr lang="en-US" sz="2220" i="1" dirty="0">
                <a:latin typeface="Arial" panose="020B0604020202020204" pitchFamily="34" charset="0"/>
                <a:cs typeface="Arial" panose="020B0604020202020204" pitchFamily="34" charset="0"/>
              </a:rPr>
              <a:t>p; </a:t>
            </a:r>
            <a:r>
              <a:rPr lang="en-US" sz="2220" dirty="0">
                <a:latin typeface="Arial" panose="020B0604020202020204" pitchFamily="34" charset="0"/>
                <a:cs typeface="Arial" panose="020B0604020202020204" pitchFamily="34" charset="0"/>
              </a:rPr>
              <a:t>the rest are ignored)</a:t>
            </a:r>
          </a:p>
        </p:txBody>
      </p:sp>
      <p:sp>
        <p:nvSpPr>
          <p:cNvPr id="58" name="TextBox 57">
            <a:extLst>
              <a:ext uri="{FF2B5EF4-FFF2-40B4-BE49-F238E27FC236}">
                <a16:creationId xmlns:a16="http://schemas.microsoft.com/office/drawing/2014/main" id="{E28BB117-A712-8B1A-4DF3-6C1C92FF571D}"/>
              </a:ext>
            </a:extLst>
          </p:cNvPr>
          <p:cNvSpPr txBox="1"/>
          <p:nvPr/>
        </p:nvSpPr>
        <p:spPr>
          <a:xfrm>
            <a:off x="5672945" y="8142605"/>
            <a:ext cx="9144000" cy="461665"/>
          </a:xfrm>
          <a:prstGeom prst="rect">
            <a:avLst/>
          </a:prstGeom>
          <a:noFill/>
        </p:spPr>
        <p:txBody>
          <a:bodyPr wrap="square">
            <a:spAutoFit/>
          </a:bodyPr>
          <a:lstStyle/>
          <a:p>
            <a:r>
              <a:rPr lang="en-US" sz="2400" dirty="0">
                <a:solidFill>
                  <a:srgbClr val="19CAA3"/>
                </a:solidFill>
                <a:latin typeface="Arial" panose="020B0604020202020204" pitchFamily="34" charset="0"/>
                <a:cs typeface="Arial" panose="020B0604020202020204" pitchFamily="34" charset="0"/>
              </a:rPr>
              <a:t>What are you trying to get out of the model? </a:t>
            </a:r>
            <a:endParaRPr lang="en-GB" sz="2400" dirty="0">
              <a:solidFill>
                <a:srgbClr val="19CAA3"/>
              </a:solidFill>
              <a:latin typeface="Arial" panose="020B0604020202020204" pitchFamily="34" charset="0"/>
              <a:cs typeface="Arial" panose="020B0604020202020204" pitchFamily="34" charset="0"/>
            </a:endParaRPr>
          </a:p>
        </p:txBody>
      </p:sp>
      <p:pic>
        <p:nvPicPr>
          <p:cNvPr id="60" name="Image 0" descr="preencoded.png">
            <a:extLst>
              <a:ext uri="{FF2B5EF4-FFF2-40B4-BE49-F238E27FC236}">
                <a16:creationId xmlns:a16="http://schemas.microsoft.com/office/drawing/2014/main" id="{D3853787-40AA-2A37-F4B7-1C06640377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00122" y="6158394"/>
            <a:ext cx="5715000" cy="139065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86725-F13D-2B67-696A-880622C30D6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9A857EB-5E83-A799-2777-B526F234C56F}"/>
              </a:ext>
            </a:extLst>
          </p:cNvPr>
          <p:cNvSpPr/>
          <p:nvPr/>
        </p:nvSpPr>
        <p:spPr>
          <a:xfrm>
            <a:off x="1156246" y="727621"/>
            <a:ext cx="4357494"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Practical tuning</a:t>
            </a:r>
            <a:endParaRPr lang="en-US" sz="4350" dirty="0"/>
          </a:p>
        </p:txBody>
      </p:sp>
      <p:sp>
        <p:nvSpPr>
          <p:cNvPr id="3" name="Text 1">
            <a:extLst>
              <a:ext uri="{FF2B5EF4-FFF2-40B4-BE49-F238E27FC236}">
                <a16:creationId xmlns:a16="http://schemas.microsoft.com/office/drawing/2014/main" id="{9C27794C-79F7-C166-AF4C-CF7881963F35}"/>
              </a:ext>
            </a:extLst>
          </p:cNvPr>
          <p:cNvSpPr/>
          <p:nvPr/>
        </p:nvSpPr>
        <p:spPr>
          <a:xfrm>
            <a:off x="1156246" y="1575346"/>
            <a:ext cx="18655218" cy="456233"/>
          </a:xfrm>
          <a:prstGeom prst="rect">
            <a:avLst/>
          </a:prstGeom>
          <a:noFill/>
          <a:ln/>
        </p:spPr>
        <p:txBody>
          <a:bodyPr wrap="square" lIns="25400" tIns="25400" rIns="25400" bIns="25400" rtlCol="0" anchor="t">
            <a:normAutofit/>
          </a:bodyPr>
          <a:lstStyle/>
          <a:p>
            <a:pPr marL="0" indent="0" algn="l">
              <a:lnSpc>
                <a:spcPct val="128259"/>
              </a:lnSpc>
              <a:buNone/>
            </a:pPr>
            <a:r>
              <a:rPr lang="en-US" sz="2220" b="1" dirty="0">
                <a:solidFill>
                  <a:srgbClr val="123A4C"/>
                </a:solidFill>
                <a:latin typeface="Arial" pitchFamily="34" charset="0"/>
                <a:ea typeface="Arial" pitchFamily="34" charset="-122"/>
                <a:cs typeface="Arial" pitchFamily="34" charset="-120"/>
              </a:rPr>
              <a:t>Turn the temperature up and you get variety, not accuracy.</a:t>
            </a:r>
            <a:endParaRPr lang="en-US" sz="2220" dirty="0"/>
          </a:p>
        </p:txBody>
      </p:sp>
      <p:sp>
        <p:nvSpPr>
          <p:cNvPr id="4" name="Shape 2">
            <a:extLst>
              <a:ext uri="{FF2B5EF4-FFF2-40B4-BE49-F238E27FC236}">
                <a16:creationId xmlns:a16="http://schemas.microsoft.com/office/drawing/2014/main" id="{4DBB5CCC-A41F-B3E4-F2D9-665E5F85E2E3}"/>
              </a:ext>
            </a:extLst>
          </p:cNvPr>
          <p:cNvSpPr/>
          <p:nvPr/>
        </p:nvSpPr>
        <p:spPr>
          <a:xfrm>
            <a:off x="1104900" y="2443163"/>
            <a:ext cx="5105400" cy="841995"/>
          </a:xfrm>
          <a:prstGeom prst="rect">
            <a:avLst/>
          </a:prstGeom>
          <a:solidFill>
            <a:srgbClr val="EAF0F8"/>
          </a:solidFill>
          <a:ln/>
        </p:spPr>
        <p:txBody>
          <a:bodyPr/>
          <a:lstStyle/>
          <a:p>
            <a:endParaRPr lang="en-GB"/>
          </a:p>
        </p:txBody>
      </p:sp>
      <p:sp>
        <p:nvSpPr>
          <p:cNvPr id="5" name="Text 3">
            <a:extLst>
              <a:ext uri="{FF2B5EF4-FFF2-40B4-BE49-F238E27FC236}">
                <a16:creationId xmlns:a16="http://schemas.microsoft.com/office/drawing/2014/main" id="{021A33D3-6EE9-BE91-3CC4-48C146E11BBE}"/>
              </a:ext>
            </a:extLst>
          </p:cNvPr>
          <p:cNvSpPr/>
          <p:nvPr/>
        </p:nvSpPr>
        <p:spPr>
          <a:xfrm>
            <a:off x="2904161" y="2746921"/>
            <a:ext cx="1507696" cy="285750"/>
          </a:xfrm>
          <a:prstGeom prst="rect">
            <a:avLst/>
          </a:prstGeom>
          <a:noFill/>
          <a:ln/>
        </p:spPr>
        <p:txBody>
          <a:bodyPr wrap="square" lIns="25400" tIns="25400" rIns="25400" bIns="25400" rtlCol="0" anchor="t">
            <a:normAutofit fontScale="92500" lnSpcReduction="10000"/>
          </a:bodyPr>
          <a:lstStyle/>
          <a:p>
            <a:pPr marL="0" indent="0" algn="ctr">
              <a:lnSpc>
                <a:spcPct val="99929"/>
              </a:lnSpc>
              <a:buNone/>
            </a:pPr>
            <a:r>
              <a:rPr lang="en-US" sz="1733" b="1" kern="0" spc="150" dirty="0">
                <a:solidFill>
                  <a:srgbClr val="2F5F9E"/>
                </a:solidFill>
                <a:latin typeface="Arial" pitchFamily="34" charset="0"/>
                <a:ea typeface="Arial" pitchFamily="34" charset="-122"/>
                <a:cs typeface="Arial" pitchFamily="34" charset="-120"/>
              </a:rPr>
              <a:t>ACCURATE</a:t>
            </a:r>
            <a:endParaRPr lang="en-US" sz="1733" dirty="0"/>
          </a:p>
        </p:txBody>
      </p:sp>
      <p:sp>
        <p:nvSpPr>
          <p:cNvPr id="6" name="Text 4">
            <a:extLst>
              <a:ext uri="{FF2B5EF4-FFF2-40B4-BE49-F238E27FC236}">
                <a16:creationId xmlns:a16="http://schemas.microsoft.com/office/drawing/2014/main" id="{B53A6848-C56C-B651-BDD3-4EEE3ED4FB53}"/>
              </a:ext>
            </a:extLst>
          </p:cNvPr>
          <p:cNvSpPr/>
          <p:nvPr/>
        </p:nvSpPr>
        <p:spPr>
          <a:xfrm>
            <a:off x="1194346" y="3627016"/>
            <a:ext cx="192049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TEMPERATURE</a:t>
            </a:r>
            <a:endParaRPr lang="en-US" sz="1605" dirty="0"/>
          </a:p>
        </p:txBody>
      </p:sp>
      <p:sp>
        <p:nvSpPr>
          <p:cNvPr id="7" name="Shape 5">
            <a:extLst>
              <a:ext uri="{FF2B5EF4-FFF2-40B4-BE49-F238E27FC236}">
                <a16:creationId xmlns:a16="http://schemas.microsoft.com/office/drawing/2014/main" id="{484538C4-0068-80B8-B619-8FDC6BBEC79C}"/>
              </a:ext>
            </a:extLst>
          </p:cNvPr>
          <p:cNvSpPr/>
          <p:nvPr/>
        </p:nvSpPr>
        <p:spPr>
          <a:xfrm>
            <a:off x="1143000" y="4051920"/>
            <a:ext cx="3817590" cy="133350"/>
          </a:xfrm>
          <a:prstGeom prst="rect">
            <a:avLst/>
          </a:prstGeom>
          <a:solidFill>
            <a:srgbClr val="DCE6EB"/>
          </a:solidFill>
          <a:ln/>
        </p:spPr>
        <p:txBody>
          <a:bodyPr/>
          <a:lstStyle/>
          <a:p>
            <a:endParaRPr lang="en-GB"/>
          </a:p>
        </p:txBody>
      </p:sp>
      <p:sp>
        <p:nvSpPr>
          <p:cNvPr id="8" name="Shape 6">
            <a:extLst>
              <a:ext uri="{FF2B5EF4-FFF2-40B4-BE49-F238E27FC236}">
                <a16:creationId xmlns:a16="http://schemas.microsoft.com/office/drawing/2014/main" id="{9FC05FA7-17D4-4770-69F3-E5C184B2BAEA}"/>
              </a:ext>
            </a:extLst>
          </p:cNvPr>
          <p:cNvSpPr/>
          <p:nvPr/>
        </p:nvSpPr>
        <p:spPr>
          <a:xfrm>
            <a:off x="1143000" y="4051920"/>
            <a:ext cx="458093" cy="133350"/>
          </a:xfrm>
          <a:prstGeom prst="rect">
            <a:avLst/>
          </a:prstGeom>
          <a:solidFill>
            <a:srgbClr val="4A7FC1"/>
          </a:solidFill>
          <a:ln/>
        </p:spPr>
        <p:txBody>
          <a:bodyPr/>
          <a:lstStyle/>
          <a:p>
            <a:endParaRPr lang="en-GB"/>
          </a:p>
        </p:txBody>
      </p:sp>
      <p:sp>
        <p:nvSpPr>
          <p:cNvPr id="9" name="Text 7">
            <a:extLst>
              <a:ext uri="{FF2B5EF4-FFF2-40B4-BE49-F238E27FC236}">
                <a16:creationId xmlns:a16="http://schemas.microsoft.com/office/drawing/2014/main" id="{DC0FEFFC-C933-C0F0-7D43-84C92F94E2B9}"/>
              </a:ext>
            </a:extLst>
          </p:cNvPr>
          <p:cNvSpPr/>
          <p:nvPr/>
        </p:nvSpPr>
        <p:spPr>
          <a:xfrm>
            <a:off x="5183460" y="4003253"/>
            <a:ext cx="1165920" cy="366713"/>
          </a:xfrm>
          <a:prstGeom prst="rect">
            <a:avLst/>
          </a:prstGeom>
          <a:noFill/>
          <a:ln/>
        </p:spPr>
        <p:txBody>
          <a:bodyPr wrap="none" lIns="25400" tIns="25400" rIns="25400" bIns="25400" rtlCol="0" anchor="t">
            <a:normAutofit/>
          </a:bodyPr>
          <a:lstStyle/>
          <a:p>
            <a:pPr marL="0" indent="0" algn="l">
              <a:buNone/>
            </a:pPr>
            <a:r>
              <a:rPr lang="en-US" sz="1950" dirty="0">
                <a:solidFill>
                  <a:srgbClr val="123A4C"/>
                </a:solidFill>
                <a:latin typeface="Courier New" pitchFamily="34" charset="0"/>
                <a:ea typeface="Courier New" pitchFamily="34" charset="-122"/>
                <a:cs typeface="Courier New" pitchFamily="34" charset="-120"/>
              </a:rPr>
              <a:t>0 – 0.2</a:t>
            </a:r>
            <a:endParaRPr lang="en-US" sz="1950" dirty="0"/>
          </a:p>
        </p:txBody>
      </p:sp>
      <p:sp>
        <p:nvSpPr>
          <p:cNvPr id="10" name="Shape 8">
            <a:extLst>
              <a:ext uri="{FF2B5EF4-FFF2-40B4-BE49-F238E27FC236}">
                <a16:creationId xmlns:a16="http://schemas.microsoft.com/office/drawing/2014/main" id="{C9A0DDF4-C2D9-40E9-E0A3-9F0F825CC86C}"/>
              </a:ext>
            </a:extLst>
          </p:cNvPr>
          <p:cNvSpPr/>
          <p:nvPr/>
        </p:nvSpPr>
        <p:spPr>
          <a:xfrm>
            <a:off x="1143000" y="4494833"/>
            <a:ext cx="5029200" cy="9525"/>
          </a:xfrm>
          <a:prstGeom prst="rect">
            <a:avLst/>
          </a:prstGeom>
          <a:solidFill>
            <a:srgbClr val="DCE6EB"/>
          </a:solidFill>
          <a:ln/>
        </p:spPr>
        <p:txBody>
          <a:bodyPr/>
          <a:lstStyle/>
          <a:p>
            <a:endParaRPr lang="en-GB"/>
          </a:p>
        </p:txBody>
      </p:sp>
      <p:sp>
        <p:nvSpPr>
          <p:cNvPr id="11" name="Text 9">
            <a:extLst>
              <a:ext uri="{FF2B5EF4-FFF2-40B4-BE49-F238E27FC236}">
                <a16:creationId xmlns:a16="http://schemas.microsoft.com/office/drawing/2014/main" id="{305D72FD-FDFA-EDCA-2968-0EA3A5C2E929}"/>
              </a:ext>
            </a:extLst>
          </p:cNvPr>
          <p:cNvSpPr/>
          <p:nvPr/>
        </p:nvSpPr>
        <p:spPr>
          <a:xfrm>
            <a:off x="1194346" y="4770016"/>
            <a:ext cx="79064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TOP-P</a:t>
            </a:r>
            <a:endParaRPr lang="en-US" sz="1605" dirty="0"/>
          </a:p>
        </p:txBody>
      </p:sp>
      <p:sp>
        <p:nvSpPr>
          <p:cNvPr id="12" name="Shape 10">
            <a:extLst>
              <a:ext uri="{FF2B5EF4-FFF2-40B4-BE49-F238E27FC236}">
                <a16:creationId xmlns:a16="http://schemas.microsoft.com/office/drawing/2014/main" id="{6AED08D6-98AC-76FC-051D-0F2569ED6620}"/>
              </a:ext>
            </a:extLst>
          </p:cNvPr>
          <p:cNvSpPr/>
          <p:nvPr/>
        </p:nvSpPr>
        <p:spPr>
          <a:xfrm>
            <a:off x="1143000" y="5194920"/>
            <a:ext cx="3520380" cy="133350"/>
          </a:xfrm>
          <a:prstGeom prst="rect">
            <a:avLst/>
          </a:prstGeom>
          <a:solidFill>
            <a:srgbClr val="DCE6EB"/>
          </a:solidFill>
          <a:ln/>
        </p:spPr>
        <p:txBody>
          <a:bodyPr/>
          <a:lstStyle/>
          <a:p>
            <a:endParaRPr lang="en-GB"/>
          </a:p>
        </p:txBody>
      </p:sp>
      <p:sp>
        <p:nvSpPr>
          <p:cNvPr id="13" name="Shape 11">
            <a:extLst>
              <a:ext uri="{FF2B5EF4-FFF2-40B4-BE49-F238E27FC236}">
                <a16:creationId xmlns:a16="http://schemas.microsoft.com/office/drawing/2014/main" id="{69D54455-B5AB-4A2D-BD90-BA1A05E821DC}"/>
              </a:ext>
            </a:extLst>
          </p:cNvPr>
          <p:cNvSpPr/>
          <p:nvPr/>
        </p:nvSpPr>
        <p:spPr>
          <a:xfrm>
            <a:off x="1143000" y="5194920"/>
            <a:ext cx="774353" cy="133350"/>
          </a:xfrm>
          <a:prstGeom prst="rect">
            <a:avLst/>
          </a:prstGeom>
          <a:solidFill>
            <a:srgbClr val="4A7FC1"/>
          </a:solidFill>
          <a:ln/>
        </p:spPr>
        <p:txBody>
          <a:bodyPr/>
          <a:lstStyle/>
          <a:p>
            <a:endParaRPr lang="en-GB"/>
          </a:p>
        </p:txBody>
      </p:sp>
      <p:sp>
        <p:nvSpPr>
          <p:cNvPr id="14" name="Text 12">
            <a:extLst>
              <a:ext uri="{FF2B5EF4-FFF2-40B4-BE49-F238E27FC236}">
                <a16:creationId xmlns:a16="http://schemas.microsoft.com/office/drawing/2014/main" id="{FF813FC3-E008-68BB-EFE2-5BE8BDEE6E77}"/>
              </a:ext>
            </a:extLst>
          </p:cNvPr>
          <p:cNvSpPr/>
          <p:nvPr/>
        </p:nvSpPr>
        <p:spPr>
          <a:xfrm>
            <a:off x="4886251" y="5146253"/>
            <a:ext cx="1520279" cy="366713"/>
          </a:xfrm>
          <a:prstGeom prst="rect">
            <a:avLst/>
          </a:prstGeom>
          <a:noFill/>
          <a:ln/>
        </p:spPr>
        <p:txBody>
          <a:bodyPr wrap="none" lIns="25400" tIns="25400" rIns="25400" bIns="25400" rtlCol="0" anchor="t">
            <a:normAutofit/>
          </a:bodyPr>
          <a:lstStyle/>
          <a:p>
            <a:pPr marL="0" indent="0" algn="l">
              <a:buNone/>
            </a:pPr>
            <a:r>
              <a:rPr lang="en-US" sz="1950" dirty="0">
                <a:solidFill>
                  <a:srgbClr val="123A4C"/>
                </a:solidFill>
                <a:latin typeface="Courier New" pitchFamily="34" charset="0"/>
                <a:ea typeface="Courier New" pitchFamily="34" charset="-122"/>
                <a:cs typeface="Courier New" pitchFamily="34" charset="-120"/>
              </a:rPr>
              <a:t>0.1 – 0.3</a:t>
            </a:r>
            <a:endParaRPr lang="en-US" sz="1950" dirty="0"/>
          </a:p>
        </p:txBody>
      </p:sp>
      <p:sp>
        <p:nvSpPr>
          <p:cNvPr id="15" name="Shape 13">
            <a:extLst>
              <a:ext uri="{FF2B5EF4-FFF2-40B4-BE49-F238E27FC236}">
                <a16:creationId xmlns:a16="http://schemas.microsoft.com/office/drawing/2014/main" id="{9F57F649-AF81-77AC-8D41-AD48EBE17420}"/>
              </a:ext>
            </a:extLst>
          </p:cNvPr>
          <p:cNvSpPr/>
          <p:nvPr/>
        </p:nvSpPr>
        <p:spPr>
          <a:xfrm>
            <a:off x="1143000" y="5637833"/>
            <a:ext cx="5029200" cy="9525"/>
          </a:xfrm>
          <a:prstGeom prst="rect">
            <a:avLst/>
          </a:prstGeom>
          <a:solidFill>
            <a:srgbClr val="DCE6EB"/>
          </a:solidFill>
          <a:ln/>
        </p:spPr>
        <p:txBody>
          <a:bodyPr/>
          <a:lstStyle/>
          <a:p>
            <a:endParaRPr lang="en-GB"/>
          </a:p>
        </p:txBody>
      </p:sp>
      <p:sp>
        <p:nvSpPr>
          <p:cNvPr id="16" name="Text 14">
            <a:extLst>
              <a:ext uri="{FF2B5EF4-FFF2-40B4-BE49-F238E27FC236}">
                <a16:creationId xmlns:a16="http://schemas.microsoft.com/office/drawing/2014/main" id="{78FA5A71-AB5A-98A1-466B-B848543B7E88}"/>
              </a:ext>
            </a:extLst>
          </p:cNvPr>
          <p:cNvSpPr/>
          <p:nvPr/>
        </p:nvSpPr>
        <p:spPr>
          <a:xfrm>
            <a:off x="1194346" y="7698876"/>
            <a:ext cx="146775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USE IT FOR</a:t>
            </a:r>
            <a:endParaRPr lang="en-US" sz="1605" dirty="0"/>
          </a:p>
        </p:txBody>
      </p:sp>
      <p:sp>
        <p:nvSpPr>
          <p:cNvPr id="17" name="Text 15">
            <a:extLst>
              <a:ext uri="{FF2B5EF4-FFF2-40B4-BE49-F238E27FC236}">
                <a16:creationId xmlns:a16="http://schemas.microsoft.com/office/drawing/2014/main" id="{08E4E1C6-E700-CE28-E03F-9C39138E1C05}"/>
              </a:ext>
            </a:extLst>
          </p:cNvPr>
          <p:cNvSpPr/>
          <p:nvPr/>
        </p:nvSpPr>
        <p:spPr>
          <a:xfrm>
            <a:off x="1194346" y="8056063"/>
            <a:ext cx="5388095" cy="690414"/>
          </a:xfrm>
          <a:prstGeom prst="rect">
            <a:avLst/>
          </a:prstGeom>
          <a:noFill/>
          <a:ln/>
        </p:spPr>
        <p:txBody>
          <a:bodyPr wrap="square" lIns="25400" tIns="25400" rIns="25400" bIns="25400" rtlCol="0" anchor="t">
            <a:normAutofit lnSpcReduction="10000"/>
          </a:bodyPr>
          <a:lstStyle/>
          <a:p>
            <a:pPr marL="0" indent="0" algn="l">
              <a:lnSpc>
                <a:spcPct val="100065"/>
              </a:lnSpc>
              <a:buNone/>
            </a:pPr>
            <a:r>
              <a:rPr lang="en-US" sz="2220" dirty="0">
                <a:solidFill>
                  <a:srgbClr val="123A4C"/>
                </a:solidFill>
                <a:latin typeface="Arial" pitchFamily="34" charset="0"/>
                <a:ea typeface="Arial" pitchFamily="34" charset="-122"/>
                <a:cs typeface="Arial" pitchFamily="34" charset="-120"/>
              </a:rPr>
              <a:t>Extraction, code, methods text, structured output</a:t>
            </a:r>
            <a:endParaRPr lang="en-US" sz="2220" dirty="0"/>
          </a:p>
        </p:txBody>
      </p:sp>
      <p:sp>
        <p:nvSpPr>
          <p:cNvPr id="18" name="Shape 16">
            <a:extLst>
              <a:ext uri="{FF2B5EF4-FFF2-40B4-BE49-F238E27FC236}">
                <a16:creationId xmlns:a16="http://schemas.microsoft.com/office/drawing/2014/main" id="{22DC8E7C-96FC-2ECD-593A-5F0E923DDDEB}"/>
              </a:ext>
            </a:extLst>
          </p:cNvPr>
          <p:cNvSpPr/>
          <p:nvPr/>
        </p:nvSpPr>
        <p:spPr>
          <a:xfrm>
            <a:off x="1143000" y="7422803"/>
            <a:ext cx="5029200" cy="9525"/>
          </a:xfrm>
          <a:prstGeom prst="rect">
            <a:avLst/>
          </a:prstGeom>
          <a:solidFill>
            <a:srgbClr val="DCE6EB"/>
          </a:solidFill>
          <a:ln/>
        </p:spPr>
        <p:txBody>
          <a:bodyPr/>
          <a:lstStyle/>
          <a:p>
            <a:endParaRPr lang="en-GB"/>
          </a:p>
        </p:txBody>
      </p:sp>
      <p:sp>
        <p:nvSpPr>
          <p:cNvPr id="19" name="Text 17">
            <a:extLst>
              <a:ext uri="{FF2B5EF4-FFF2-40B4-BE49-F238E27FC236}">
                <a16:creationId xmlns:a16="http://schemas.microsoft.com/office/drawing/2014/main" id="{C3E80F06-99B4-F23A-7621-B1720F817FF3}"/>
              </a:ext>
            </a:extLst>
          </p:cNvPr>
          <p:cNvSpPr/>
          <p:nvPr/>
        </p:nvSpPr>
        <p:spPr>
          <a:xfrm>
            <a:off x="1194346" y="6238535"/>
            <a:ext cx="197459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WHAT YOU GET</a:t>
            </a:r>
            <a:endParaRPr lang="en-US" sz="1605" dirty="0"/>
          </a:p>
        </p:txBody>
      </p:sp>
      <p:sp>
        <p:nvSpPr>
          <p:cNvPr id="20" name="Text 18">
            <a:extLst>
              <a:ext uri="{FF2B5EF4-FFF2-40B4-BE49-F238E27FC236}">
                <a16:creationId xmlns:a16="http://schemas.microsoft.com/office/drawing/2014/main" id="{C978FC9F-D546-1469-AAF6-67425B110041}"/>
              </a:ext>
            </a:extLst>
          </p:cNvPr>
          <p:cNvSpPr/>
          <p:nvPr/>
        </p:nvSpPr>
        <p:spPr>
          <a:xfrm>
            <a:off x="1194346" y="6595723"/>
            <a:ext cx="5761899" cy="379735"/>
          </a:xfrm>
          <a:prstGeom prst="rect">
            <a:avLst/>
          </a:prstGeom>
          <a:noFill/>
          <a:ln/>
        </p:spPr>
        <p:txBody>
          <a:bodyPr wrap="square" lIns="25400" tIns="25400" rIns="25400" bIns="25400" rtlCol="0" anchor="t">
            <a:normAutofit lnSpcReduction="10000"/>
          </a:bodyPr>
          <a:lstStyle/>
          <a:p>
            <a:pPr marL="0" indent="0" algn="l">
              <a:lnSpc>
                <a:spcPct val="110789"/>
              </a:lnSpc>
              <a:buNone/>
            </a:pPr>
            <a:r>
              <a:rPr lang="en-US" sz="2100" b="1" dirty="0">
                <a:solidFill>
                  <a:srgbClr val="123A4C"/>
                </a:solidFill>
                <a:latin typeface="Arial" pitchFamily="34" charset="0"/>
                <a:ea typeface="Arial" pitchFamily="34" charset="-122"/>
                <a:cs typeface="Arial" pitchFamily="34" charset="-120"/>
              </a:rPr>
              <a:t>The same answer twice</a:t>
            </a:r>
            <a:endParaRPr lang="en-US" sz="2100" dirty="0"/>
          </a:p>
        </p:txBody>
      </p:sp>
      <p:sp>
        <p:nvSpPr>
          <p:cNvPr id="21" name="Shape 19">
            <a:extLst>
              <a:ext uri="{FF2B5EF4-FFF2-40B4-BE49-F238E27FC236}">
                <a16:creationId xmlns:a16="http://schemas.microsoft.com/office/drawing/2014/main" id="{14BD076D-F2CC-63E1-4D4E-71406EA9CD9D}"/>
              </a:ext>
            </a:extLst>
          </p:cNvPr>
          <p:cNvSpPr/>
          <p:nvPr/>
        </p:nvSpPr>
        <p:spPr>
          <a:xfrm>
            <a:off x="6591300" y="2443163"/>
            <a:ext cx="5105400" cy="841995"/>
          </a:xfrm>
          <a:prstGeom prst="rect">
            <a:avLst/>
          </a:prstGeom>
          <a:solidFill>
            <a:srgbClr val="FBF1DF"/>
          </a:solidFill>
          <a:ln/>
        </p:spPr>
        <p:txBody>
          <a:bodyPr/>
          <a:lstStyle/>
          <a:p>
            <a:endParaRPr lang="en-GB"/>
          </a:p>
        </p:txBody>
      </p:sp>
      <p:sp>
        <p:nvSpPr>
          <p:cNvPr id="22" name="Text 20">
            <a:extLst>
              <a:ext uri="{FF2B5EF4-FFF2-40B4-BE49-F238E27FC236}">
                <a16:creationId xmlns:a16="http://schemas.microsoft.com/office/drawing/2014/main" id="{1024A2E1-ACF4-20AD-3189-EB395D6C7647}"/>
              </a:ext>
            </a:extLst>
          </p:cNvPr>
          <p:cNvSpPr/>
          <p:nvPr/>
        </p:nvSpPr>
        <p:spPr>
          <a:xfrm>
            <a:off x="8380664" y="2746921"/>
            <a:ext cx="1525704" cy="285750"/>
          </a:xfrm>
          <a:prstGeom prst="rect">
            <a:avLst/>
          </a:prstGeom>
          <a:noFill/>
          <a:ln/>
        </p:spPr>
        <p:txBody>
          <a:bodyPr wrap="square" lIns="25400" tIns="25400" rIns="25400" bIns="25400" rtlCol="0" anchor="t">
            <a:normAutofit fontScale="92500" lnSpcReduction="10000"/>
          </a:bodyPr>
          <a:lstStyle/>
          <a:p>
            <a:pPr marL="0" indent="0" algn="ctr">
              <a:lnSpc>
                <a:spcPct val="99929"/>
              </a:lnSpc>
              <a:buNone/>
            </a:pPr>
            <a:r>
              <a:rPr lang="en-US" sz="1733" b="1" kern="0" spc="150" dirty="0">
                <a:solidFill>
                  <a:srgbClr val="8A5F17"/>
                </a:solidFill>
                <a:latin typeface="Arial" pitchFamily="34" charset="0"/>
                <a:ea typeface="Arial" pitchFamily="34" charset="-122"/>
                <a:cs typeface="Arial" pitchFamily="34" charset="-120"/>
              </a:rPr>
              <a:t>BALANCED</a:t>
            </a:r>
            <a:endParaRPr lang="en-US" sz="1733" dirty="0"/>
          </a:p>
        </p:txBody>
      </p:sp>
      <p:sp>
        <p:nvSpPr>
          <p:cNvPr id="23" name="Text 21">
            <a:extLst>
              <a:ext uri="{FF2B5EF4-FFF2-40B4-BE49-F238E27FC236}">
                <a16:creationId xmlns:a16="http://schemas.microsoft.com/office/drawing/2014/main" id="{8D6C56E7-0286-2F3D-540D-A8DAA13A1740}"/>
              </a:ext>
            </a:extLst>
          </p:cNvPr>
          <p:cNvSpPr/>
          <p:nvPr/>
        </p:nvSpPr>
        <p:spPr>
          <a:xfrm>
            <a:off x="6680746" y="3627016"/>
            <a:ext cx="192049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TEMPERATURE</a:t>
            </a:r>
            <a:endParaRPr lang="en-US" sz="1605" dirty="0"/>
          </a:p>
        </p:txBody>
      </p:sp>
      <p:sp>
        <p:nvSpPr>
          <p:cNvPr id="24" name="Shape 22">
            <a:extLst>
              <a:ext uri="{FF2B5EF4-FFF2-40B4-BE49-F238E27FC236}">
                <a16:creationId xmlns:a16="http://schemas.microsoft.com/office/drawing/2014/main" id="{16350799-1DA0-6908-F8BB-4D6430C0164D}"/>
              </a:ext>
            </a:extLst>
          </p:cNvPr>
          <p:cNvSpPr/>
          <p:nvPr/>
        </p:nvSpPr>
        <p:spPr>
          <a:xfrm>
            <a:off x="6629400" y="4051920"/>
            <a:ext cx="3520380" cy="133350"/>
          </a:xfrm>
          <a:prstGeom prst="rect">
            <a:avLst/>
          </a:prstGeom>
          <a:solidFill>
            <a:srgbClr val="DCE6EB"/>
          </a:solidFill>
          <a:ln/>
        </p:spPr>
        <p:txBody>
          <a:bodyPr/>
          <a:lstStyle/>
          <a:p>
            <a:endParaRPr lang="en-GB"/>
          </a:p>
        </p:txBody>
      </p:sp>
      <p:sp>
        <p:nvSpPr>
          <p:cNvPr id="25" name="Shape 23">
            <a:extLst>
              <a:ext uri="{FF2B5EF4-FFF2-40B4-BE49-F238E27FC236}">
                <a16:creationId xmlns:a16="http://schemas.microsoft.com/office/drawing/2014/main" id="{D98CF6A6-0AEC-97BA-FB6D-307BE4F5E8D1}"/>
              </a:ext>
            </a:extLst>
          </p:cNvPr>
          <p:cNvSpPr/>
          <p:nvPr/>
        </p:nvSpPr>
        <p:spPr>
          <a:xfrm>
            <a:off x="6629400" y="4051920"/>
            <a:ext cx="2182118" cy="133350"/>
          </a:xfrm>
          <a:prstGeom prst="rect">
            <a:avLst/>
          </a:prstGeom>
          <a:solidFill>
            <a:srgbClr val="E8A33D"/>
          </a:solidFill>
          <a:ln/>
        </p:spPr>
        <p:txBody>
          <a:bodyPr/>
          <a:lstStyle/>
          <a:p>
            <a:endParaRPr lang="en-GB"/>
          </a:p>
        </p:txBody>
      </p:sp>
      <p:sp>
        <p:nvSpPr>
          <p:cNvPr id="26" name="Text 24">
            <a:extLst>
              <a:ext uri="{FF2B5EF4-FFF2-40B4-BE49-F238E27FC236}">
                <a16:creationId xmlns:a16="http://schemas.microsoft.com/office/drawing/2014/main" id="{B96971C7-CA92-8B75-9CD3-E1651A718971}"/>
              </a:ext>
            </a:extLst>
          </p:cNvPr>
          <p:cNvSpPr/>
          <p:nvPr/>
        </p:nvSpPr>
        <p:spPr>
          <a:xfrm>
            <a:off x="10372651" y="4003253"/>
            <a:ext cx="1520279" cy="366713"/>
          </a:xfrm>
          <a:prstGeom prst="rect">
            <a:avLst/>
          </a:prstGeom>
          <a:noFill/>
          <a:ln/>
        </p:spPr>
        <p:txBody>
          <a:bodyPr wrap="none" lIns="25400" tIns="25400" rIns="25400" bIns="25400" rtlCol="0" anchor="t">
            <a:normAutofit/>
          </a:bodyPr>
          <a:lstStyle/>
          <a:p>
            <a:pPr marL="0" indent="0" algn="l">
              <a:buNone/>
            </a:pPr>
            <a:r>
              <a:rPr lang="en-US" sz="1950" dirty="0">
                <a:solidFill>
                  <a:srgbClr val="123A4C"/>
                </a:solidFill>
                <a:latin typeface="Courier New" pitchFamily="34" charset="0"/>
                <a:ea typeface="Courier New" pitchFamily="34" charset="-122"/>
                <a:cs typeface="Courier New" pitchFamily="34" charset="-120"/>
              </a:rPr>
              <a:t>0.5 – 0.7</a:t>
            </a:r>
            <a:endParaRPr lang="en-US" sz="1950" dirty="0"/>
          </a:p>
        </p:txBody>
      </p:sp>
      <p:sp>
        <p:nvSpPr>
          <p:cNvPr id="27" name="Shape 25">
            <a:extLst>
              <a:ext uri="{FF2B5EF4-FFF2-40B4-BE49-F238E27FC236}">
                <a16:creationId xmlns:a16="http://schemas.microsoft.com/office/drawing/2014/main" id="{3754B702-0E0E-25E5-1773-15E4C5729B88}"/>
              </a:ext>
            </a:extLst>
          </p:cNvPr>
          <p:cNvSpPr/>
          <p:nvPr/>
        </p:nvSpPr>
        <p:spPr>
          <a:xfrm>
            <a:off x="6629400" y="4494833"/>
            <a:ext cx="5029200" cy="9525"/>
          </a:xfrm>
          <a:prstGeom prst="rect">
            <a:avLst/>
          </a:prstGeom>
          <a:solidFill>
            <a:srgbClr val="DCE6EB"/>
          </a:solidFill>
          <a:ln/>
        </p:spPr>
        <p:txBody>
          <a:bodyPr/>
          <a:lstStyle/>
          <a:p>
            <a:endParaRPr lang="en-GB"/>
          </a:p>
        </p:txBody>
      </p:sp>
      <p:sp>
        <p:nvSpPr>
          <p:cNvPr id="28" name="Text 26">
            <a:extLst>
              <a:ext uri="{FF2B5EF4-FFF2-40B4-BE49-F238E27FC236}">
                <a16:creationId xmlns:a16="http://schemas.microsoft.com/office/drawing/2014/main" id="{FFE381B1-6BE9-CA08-7BA4-EEBBAAD81664}"/>
              </a:ext>
            </a:extLst>
          </p:cNvPr>
          <p:cNvSpPr/>
          <p:nvPr/>
        </p:nvSpPr>
        <p:spPr>
          <a:xfrm>
            <a:off x="6680746" y="4770016"/>
            <a:ext cx="79064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TOP-P</a:t>
            </a:r>
            <a:endParaRPr lang="en-US" sz="1605" dirty="0"/>
          </a:p>
        </p:txBody>
      </p:sp>
      <p:sp>
        <p:nvSpPr>
          <p:cNvPr id="29" name="Shape 27">
            <a:extLst>
              <a:ext uri="{FF2B5EF4-FFF2-40B4-BE49-F238E27FC236}">
                <a16:creationId xmlns:a16="http://schemas.microsoft.com/office/drawing/2014/main" id="{FA0507F7-7933-161A-8A01-FCD522F71C00}"/>
              </a:ext>
            </a:extLst>
          </p:cNvPr>
          <p:cNvSpPr/>
          <p:nvPr/>
        </p:nvSpPr>
        <p:spPr>
          <a:xfrm>
            <a:off x="6629400" y="5194920"/>
            <a:ext cx="3371850" cy="133350"/>
          </a:xfrm>
          <a:prstGeom prst="rect">
            <a:avLst/>
          </a:prstGeom>
          <a:solidFill>
            <a:srgbClr val="DCE6EB"/>
          </a:solidFill>
          <a:ln/>
        </p:spPr>
        <p:txBody>
          <a:bodyPr/>
          <a:lstStyle/>
          <a:p>
            <a:endParaRPr lang="en-GB"/>
          </a:p>
        </p:txBody>
      </p:sp>
      <p:sp>
        <p:nvSpPr>
          <p:cNvPr id="30" name="Shape 28">
            <a:extLst>
              <a:ext uri="{FF2B5EF4-FFF2-40B4-BE49-F238E27FC236}">
                <a16:creationId xmlns:a16="http://schemas.microsoft.com/office/drawing/2014/main" id="{23DD775F-E687-9AE8-9C30-852000D0EEF8}"/>
              </a:ext>
            </a:extLst>
          </p:cNvPr>
          <p:cNvSpPr/>
          <p:nvPr/>
        </p:nvSpPr>
        <p:spPr>
          <a:xfrm>
            <a:off x="6629400" y="5194920"/>
            <a:ext cx="2967038" cy="133350"/>
          </a:xfrm>
          <a:prstGeom prst="rect">
            <a:avLst/>
          </a:prstGeom>
          <a:solidFill>
            <a:srgbClr val="E8A33D"/>
          </a:solidFill>
          <a:ln/>
        </p:spPr>
        <p:txBody>
          <a:bodyPr/>
          <a:lstStyle/>
          <a:p>
            <a:endParaRPr lang="en-GB"/>
          </a:p>
        </p:txBody>
      </p:sp>
      <p:sp>
        <p:nvSpPr>
          <p:cNvPr id="31" name="Text 29">
            <a:extLst>
              <a:ext uri="{FF2B5EF4-FFF2-40B4-BE49-F238E27FC236}">
                <a16:creationId xmlns:a16="http://schemas.microsoft.com/office/drawing/2014/main" id="{268B7E77-1F90-3C7A-2263-5E0D1A969631}"/>
              </a:ext>
            </a:extLst>
          </p:cNvPr>
          <p:cNvSpPr/>
          <p:nvPr/>
        </p:nvSpPr>
        <p:spPr>
          <a:xfrm>
            <a:off x="10224046" y="5146253"/>
            <a:ext cx="1684065" cy="366713"/>
          </a:xfrm>
          <a:prstGeom prst="rect">
            <a:avLst/>
          </a:prstGeom>
          <a:noFill/>
          <a:ln/>
        </p:spPr>
        <p:txBody>
          <a:bodyPr wrap="none" lIns="25400" tIns="25400" rIns="25400" bIns="25400" rtlCol="0" anchor="t">
            <a:normAutofit/>
          </a:bodyPr>
          <a:lstStyle/>
          <a:p>
            <a:pPr marL="0" indent="0" algn="l">
              <a:buNone/>
            </a:pPr>
            <a:r>
              <a:rPr lang="en-US" sz="1950" dirty="0">
                <a:solidFill>
                  <a:srgbClr val="123A4C"/>
                </a:solidFill>
                <a:latin typeface="Courier New" pitchFamily="34" charset="0"/>
                <a:ea typeface="Courier New" pitchFamily="34" charset="-122"/>
                <a:cs typeface="Courier New" pitchFamily="34" charset="-120"/>
              </a:rPr>
              <a:t>0.8 – 0.95</a:t>
            </a:r>
            <a:endParaRPr lang="en-US" sz="1950" dirty="0"/>
          </a:p>
        </p:txBody>
      </p:sp>
      <p:sp>
        <p:nvSpPr>
          <p:cNvPr id="32" name="Shape 30">
            <a:extLst>
              <a:ext uri="{FF2B5EF4-FFF2-40B4-BE49-F238E27FC236}">
                <a16:creationId xmlns:a16="http://schemas.microsoft.com/office/drawing/2014/main" id="{D9CC16D9-A57B-7331-7B21-ADA56241EE8F}"/>
              </a:ext>
            </a:extLst>
          </p:cNvPr>
          <p:cNvSpPr/>
          <p:nvPr/>
        </p:nvSpPr>
        <p:spPr>
          <a:xfrm>
            <a:off x="6629400" y="5637833"/>
            <a:ext cx="5029200" cy="9525"/>
          </a:xfrm>
          <a:prstGeom prst="rect">
            <a:avLst/>
          </a:prstGeom>
          <a:solidFill>
            <a:srgbClr val="DCE6EB"/>
          </a:solidFill>
          <a:ln/>
        </p:spPr>
        <p:txBody>
          <a:bodyPr/>
          <a:lstStyle/>
          <a:p>
            <a:endParaRPr lang="en-GB"/>
          </a:p>
        </p:txBody>
      </p:sp>
      <p:sp>
        <p:nvSpPr>
          <p:cNvPr id="33" name="Text 31">
            <a:extLst>
              <a:ext uri="{FF2B5EF4-FFF2-40B4-BE49-F238E27FC236}">
                <a16:creationId xmlns:a16="http://schemas.microsoft.com/office/drawing/2014/main" id="{FFCCACED-6724-1FC6-A62F-B44017CD80A0}"/>
              </a:ext>
            </a:extLst>
          </p:cNvPr>
          <p:cNvSpPr/>
          <p:nvPr/>
        </p:nvSpPr>
        <p:spPr>
          <a:xfrm>
            <a:off x="6680746" y="7698876"/>
            <a:ext cx="146775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USE IT FOR</a:t>
            </a:r>
            <a:endParaRPr lang="en-US" sz="1605" dirty="0"/>
          </a:p>
        </p:txBody>
      </p:sp>
      <p:sp>
        <p:nvSpPr>
          <p:cNvPr id="34" name="Text 32">
            <a:extLst>
              <a:ext uri="{FF2B5EF4-FFF2-40B4-BE49-F238E27FC236}">
                <a16:creationId xmlns:a16="http://schemas.microsoft.com/office/drawing/2014/main" id="{29155C91-ADD2-2385-2BDD-6A3956BF7CD6}"/>
              </a:ext>
            </a:extLst>
          </p:cNvPr>
          <p:cNvSpPr/>
          <p:nvPr/>
        </p:nvSpPr>
        <p:spPr>
          <a:xfrm>
            <a:off x="6680746" y="8056063"/>
            <a:ext cx="5388095" cy="690414"/>
          </a:xfrm>
          <a:prstGeom prst="rect">
            <a:avLst/>
          </a:prstGeom>
          <a:noFill/>
          <a:ln/>
        </p:spPr>
        <p:txBody>
          <a:bodyPr wrap="square" lIns="25400" tIns="25400" rIns="25400" bIns="25400" rtlCol="0" anchor="t">
            <a:normAutofit lnSpcReduction="10000"/>
          </a:bodyPr>
          <a:lstStyle/>
          <a:p>
            <a:pPr marL="0" indent="0" algn="l">
              <a:lnSpc>
                <a:spcPct val="100065"/>
              </a:lnSpc>
              <a:buNone/>
            </a:pPr>
            <a:r>
              <a:rPr lang="en-US" sz="2220" dirty="0">
                <a:solidFill>
                  <a:srgbClr val="123A4C"/>
                </a:solidFill>
                <a:latin typeface="Arial" pitchFamily="34" charset="0"/>
                <a:ea typeface="Arial" pitchFamily="34" charset="-122"/>
                <a:cs typeface="Arial" pitchFamily="34" charset="-120"/>
              </a:rPr>
              <a:t>Summaries, drafting, rewriting your own prose</a:t>
            </a:r>
            <a:endParaRPr lang="en-US" sz="2220" dirty="0"/>
          </a:p>
        </p:txBody>
      </p:sp>
      <p:sp>
        <p:nvSpPr>
          <p:cNvPr id="35" name="Shape 33">
            <a:extLst>
              <a:ext uri="{FF2B5EF4-FFF2-40B4-BE49-F238E27FC236}">
                <a16:creationId xmlns:a16="http://schemas.microsoft.com/office/drawing/2014/main" id="{F0B00045-E074-3CEF-5CAD-00DF5B48FDD8}"/>
              </a:ext>
            </a:extLst>
          </p:cNvPr>
          <p:cNvSpPr/>
          <p:nvPr/>
        </p:nvSpPr>
        <p:spPr>
          <a:xfrm>
            <a:off x="6629400" y="7422803"/>
            <a:ext cx="5029200" cy="9525"/>
          </a:xfrm>
          <a:prstGeom prst="rect">
            <a:avLst/>
          </a:prstGeom>
          <a:solidFill>
            <a:srgbClr val="DCE6EB"/>
          </a:solidFill>
          <a:ln/>
        </p:spPr>
        <p:txBody>
          <a:bodyPr/>
          <a:lstStyle/>
          <a:p>
            <a:endParaRPr lang="en-GB"/>
          </a:p>
        </p:txBody>
      </p:sp>
      <p:sp>
        <p:nvSpPr>
          <p:cNvPr id="36" name="Text 34">
            <a:extLst>
              <a:ext uri="{FF2B5EF4-FFF2-40B4-BE49-F238E27FC236}">
                <a16:creationId xmlns:a16="http://schemas.microsoft.com/office/drawing/2014/main" id="{CC74E2B9-766D-C305-A7A8-54CDE493C53A}"/>
              </a:ext>
            </a:extLst>
          </p:cNvPr>
          <p:cNvSpPr/>
          <p:nvPr/>
        </p:nvSpPr>
        <p:spPr>
          <a:xfrm>
            <a:off x="6680746" y="6238535"/>
            <a:ext cx="197459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WHAT YOU GET</a:t>
            </a:r>
            <a:endParaRPr lang="en-US" sz="1605" dirty="0"/>
          </a:p>
        </p:txBody>
      </p:sp>
      <p:sp>
        <p:nvSpPr>
          <p:cNvPr id="37" name="Text 35">
            <a:extLst>
              <a:ext uri="{FF2B5EF4-FFF2-40B4-BE49-F238E27FC236}">
                <a16:creationId xmlns:a16="http://schemas.microsoft.com/office/drawing/2014/main" id="{6E053FD1-9B90-2491-5F12-4AC9F95DBCFE}"/>
              </a:ext>
            </a:extLst>
          </p:cNvPr>
          <p:cNvSpPr/>
          <p:nvPr/>
        </p:nvSpPr>
        <p:spPr>
          <a:xfrm>
            <a:off x="6680747" y="6595722"/>
            <a:ext cx="4416232" cy="890587"/>
          </a:xfrm>
          <a:prstGeom prst="rect">
            <a:avLst/>
          </a:prstGeom>
          <a:noFill/>
          <a:ln/>
        </p:spPr>
        <p:txBody>
          <a:bodyPr wrap="square" lIns="25400" tIns="25400" rIns="25400" bIns="25400" rtlCol="0" anchor="t">
            <a:normAutofit/>
          </a:bodyPr>
          <a:lstStyle/>
          <a:p>
            <a:pPr marL="0" indent="0" algn="l">
              <a:lnSpc>
                <a:spcPct val="110789"/>
              </a:lnSpc>
              <a:buNone/>
            </a:pPr>
            <a:r>
              <a:rPr lang="en-US" sz="2100" b="1" dirty="0">
                <a:solidFill>
                  <a:srgbClr val="123A4C"/>
                </a:solidFill>
                <a:latin typeface="Arial" pitchFamily="34" charset="0"/>
                <a:ea typeface="Arial" pitchFamily="34" charset="-122"/>
                <a:cs typeface="Arial" pitchFamily="34" charset="-120"/>
              </a:rPr>
              <a:t>Natural prose, wording moves but the content should not</a:t>
            </a:r>
            <a:endParaRPr lang="en-US" sz="2100" dirty="0"/>
          </a:p>
        </p:txBody>
      </p:sp>
      <p:sp>
        <p:nvSpPr>
          <p:cNvPr id="38" name="Shape 36">
            <a:extLst>
              <a:ext uri="{FF2B5EF4-FFF2-40B4-BE49-F238E27FC236}">
                <a16:creationId xmlns:a16="http://schemas.microsoft.com/office/drawing/2014/main" id="{5EF42C97-66DD-1952-0F9B-3173F79074D0}"/>
              </a:ext>
            </a:extLst>
          </p:cNvPr>
          <p:cNvSpPr/>
          <p:nvPr/>
        </p:nvSpPr>
        <p:spPr>
          <a:xfrm>
            <a:off x="12077700" y="2443163"/>
            <a:ext cx="5105400" cy="841995"/>
          </a:xfrm>
          <a:prstGeom prst="rect">
            <a:avLst/>
          </a:prstGeom>
          <a:solidFill>
            <a:srgbClr val="FBE9E4"/>
          </a:solidFill>
          <a:ln/>
        </p:spPr>
        <p:txBody>
          <a:bodyPr/>
          <a:lstStyle/>
          <a:p>
            <a:endParaRPr lang="en-GB"/>
          </a:p>
        </p:txBody>
      </p:sp>
      <p:sp>
        <p:nvSpPr>
          <p:cNvPr id="39" name="Text 37">
            <a:extLst>
              <a:ext uri="{FF2B5EF4-FFF2-40B4-BE49-F238E27FC236}">
                <a16:creationId xmlns:a16="http://schemas.microsoft.com/office/drawing/2014/main" id="{124F83EA-1AA9-2E1C-8008-9D1A84F3F8F3}"/>
              </a:ext>
            </a:extLst>
          </p:cNvPr>
          <p:cNvSpPr/>
          <p:nvPr/>
        </p:nvSpPr>
        <p:spPr>
          <a:xfrm>
            <a:off x="14165163" y="2746921"/>
            <a:ext cx="929432" cy="285750"/>
          </a:xfrm>
          <a:prstGeom prst="rect">
            <a:avLst/>
          </a:prstGeom>
          <a:noFill/>
          <a:ln/>
        </p:spPr>
        <p:txBody>
          <a:bodyPr wrap="square" lIns="25400" tIns="25400" rIns="25400" bIns="25400" rtlCol="0" anchor="t">
            <a:normAutofit fontScale="92500" lnSpcReduction="10000"/>
          </a:bodyPr>
          <a:lstStyle/>
          <a:p>
            <a:pPr marL="0" indent="0" algn="ctr">
              <a:lnSpc>
                <a:spcPct val="99929"/>
              </a:lnSpc>
              <a:buNone/>
            </a:pPr>
            <a:r>
              <a:rPr lang="en-US" sz="1733" b="1" kern="0" spc="150" dirty="0">
                <a:solidFill>
                  <a:srgbClr val="B85235"/>
                </a:solidFill>
                <a:latin typeface="Arial" pitchFamily="34" charset="0"/>
                <a:ea typeface="Arial" pitchFamily="34" charset="-122"/>
                <a:cs typeface="Arial" pitchFamily="34" charset="-120"/>
              </a:rPr>
              <a:t>NOVEL</a:t>
            </a:r>
            <a:endParaRPr lang="en-US" sz="1733" dirty="0"/>
          </a:p>
        </p:txBody>
      </p:sp>
      <p:sp>
        <p:nvSpPr>
          <p:cNvPr id="40" name="Text 38">
            <a:extLst>
              <a:ext uri="{FF2B5EF4-FFF2-40B4-BE49-F238E27FC236}">
                <a16:creationId xmlns:a16="http://schemas.microsoft.com/office/drawing/2014/main" id="{320F7A1F-E047-1EA1-82A3-5F8B6C6E59B8}"/>
              </a:ext>
            </a:extLst>
          </p:cNvPr>
          <p:cNvSpPr/>
          <p:nvPr/>
        </p:nvSpPr>
        <p:spPr>
          <a:xfrm>
            <a:off x="12167146" y="3627016"/>
            <a:ext cx="192049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TEMPERATURE</a:t>
            </a:r>
            <a:endParaRPr lang="en-US" sz="1605" dirty="0"/>
          </a:p>
        </p:txBody>
      </p:sp>
      <p:sp>
        <p:nvSpPr>
          <p:cNvPr id="41" name="Shape 39">
            <a:extLst>
              <a:ext uri="{FF2B5EF4-FFF2-40B4-BE49-F238E27FC236}">
                <a16:creationId xmlns:a16="http://schemas.microsoft.com/office/drawing/2014/main" id="{F34A6EDE-0A78-D2A5-749C-48E2487D9A06}"/>
              </a:ext>
            </a:extLst>
          </p:cNvPr>
          <p:cNvSpPr/>
          <p:nvPr/>
        </p:nvSpPr>
        <p:spPr>
          <a:xfrm>
            <a:off x="12115800" y="4051920"/>
            <a:ext cx="4114800" cy="133350"/>
          </a:xfrm>
          <a:prstGeom prst="rect">
            <a:avLst/>
          </a:prstGeom>
          <a:solidFill>
            <a:srgbClr val="DCE6EB"/>
          </a:solidFill>
          <a:ln/>
        </p:spPr>
        <p:txBody>
          <a:bodyPr/>
          <a:lstStyle/>
          <a:p>
            <a:endParaRPr lang="en-GB"/>
          </a:p>
        </p:txBody>
      </p:sp>
      <p:sp>
        <p:nvSpPr>
          <p:cNvPr id="42" name="Shape 40">
            <a:extLst>
              <a:ext uri="{FF2B5EF4-FFF2-40B4-BE49-F238E27FC236}">
                <a16:creationId xmlns:a16="http://schemas.microsoft.com/office/drawing/2014/main" id="{69AF695E-2B74-71BC-096A-9C3CA18966D6}"/>
              </a:ext>
            </a:extLst>
          </p:cNvPr>
          <p:cNvSpPr/>
          <p:nvPr/>
        </p:nvSpPr>
        <p:spPr>
          <a:xfrm>
            <a:off x="12115800" y="4051920"/>
            <a:ext cx="4114800" cy="133350"/>
          </a:xfrm>
          <a:prstGeom prst="rect">
            <a:avLst/>
          </a:prstGeom>
          <a:solidFill>
            <a:srgbClr val="D9694E"/>
          </a:solidFill>
          <a:ln/>
        </p:spPr>
        <p:txBody>
          <a:bodyPr/>
          <a:lstStyle/>
          <a:p>
            <a:endParaRPr lang="en-GB"/>
          </a:p>
        </p:txBody>
      </p:sp>
      <p:sp>
        <p:nvSpPr>
          <p:cNvPr id="43" name="Text 41">
            <a:extLst>
              <a:ext uri="{FF2B5EF4-FFF2-40B4-BE49-F238E27FC236}">
                <a16:creationId xmlns:a16="http://schemas.microsoft.com/office/drawing/2014/main" id="{395F4792-F582-7993-DDF6-363D65E25D13}"/>
              </a:ext>
            </a:extLst>
          </p:cNvPr>
          <p:cNvSpPr/>
          <p:nvPr/>
        </p:nvSpPr>
        <p:spPr>
          <a:xfrm>
            <a:off x="16453396" y="4003253"/>
            <a:ext cx="868710" cy="366713"/>
          </a:xfrm>
          <a:prstGeom prst="rect">
            <a:avLst/>
          </a:prstGeom>
          <a:noFill/>
          <a:ln/>
        </p:spPr>
        <p:txBody>
          <a:bodyPr wrap="none" lIns="25400" tIns="25400" rIns="25400" bIns="25400" rtlCol="0" anchor="t">
            <a:normAutofit/>
          </a:bodyPr>
          <a:lstStyle/>
          <a:p>
            <a:pPr marL="0" indent="0" algn="l">
              <a:buNone/>
            </a:pPr>
            <a:r>
              <a:rPr lang="en-US" sz="1950" dirty="0">
                <a:solidFill>
                  <a:srgbClr val="123A4C"/>
                </a:solidFill>
                <a:latin typeface="Courier New" pitchFamily="34" charset="0"/>
                <a:ea typeface="Courier New" pitchFamily="34" charset="-122"/>
                <a:cs typeface="Courier New" pitchFamily="34" charset="-120"/>
              </a:rPr>
              <a:t>0.9 +</a:t>
            </a:r>
            <a:endParaRPr lang="en-US" sz="1950" dirty="0"/>
          </a:p>
        </p:txBody>
      </p:sp>
      <p:sp>
        <p:nvSpPr>
          <p:cNvPr id="44" name="Shape 42">
            <a:extLst>
              <a:ext uri="{FF2B5EF4-FFF2-40B4-BE49-F238E27FC236}">
                <a16:creationId xmlns:a16="http://schemas.microsoft.com/office/drawing/2014/main" id="{EF0F1427-A27D-AD30-51AD-8729E2FA9E1A}"/>
              </a:ext>
            </a:extLst>
          </p:cNvPr>
          <p:cNvSpPr/>
          <p:nvPr/>
        </p:nvSpPr>
        <p:spPr>
          <a:xfrm>
            <a:off x="12115800" y="4494833"/>
            <a:ext cx="5029200" cy="9525"/>
          </a:xfrm>
          <a:prstGeom prst="rect">
            <a:avLst/>
          </a:prstGeom>
          <a:solidFill>
            <a:srgbClr val="DCE6EB"/>
          </a:solidFill>
          <a:ln/>
        </p:spPr>
        <p:txBody>
          <a:bodyPr/>
          <a:lstStyle/>
          <a:p>
            <a:endParaRPr lang="en-GB"/>
          </a:p>
        </p:txBody>
      </p:sp>
      <p:sp>
        <p:nvSpPr>
          <p:cNvPr id="45" name="Text 43">
            <a:extLst>
              <a:ext uri="{FF2B5EF4-FFF2-40B4-BE49-F238E27FC236}">
                <a16:creationId xmlns:a16="http://schemas.microsoft.com/office/drawing/2014/main" id="{DF8B5F01-4487-CC3F-C9CE-B6B79F076F66}"/>
              </a:ext>
            </a:extLst>
          </p:cNvPr>
          <p:cNvSpPr/>
          <p:nvPr/>
        </p:nvSpPr>
        <p:spPr>
          <a:xfrm>
            <a:off x="12167146" y="4770016"/>
            <a:ext cx="79064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TOP-P</a:t>
            </a:r>
            <a:endParaRPr lang="en-US" sz="1605" dirty="0"/>
          </a:p>
        </p:txBody>
      </p:sp>
      <p:sp>
        <p:nvSpPr>
          <p:cNvPr id="46" name="Shape 44">
            <a:extLst>
              <a:ext uri="{FF2B5EF4-FFF2-40B4-BE49-F238E27FC236}">
                <a16:creationId xmlns:a16="http://schemas.microsoft.com/office/drawing/2014/main" id="{F1D789A1-2806-A4FE-2798-620FE758F586}"/>
              </a:ext>
            </a:extLst>
          </p:cNvPr>
          <p:cNvSpPr/>
          <p:nvPr/>
        </p:nvSpPr>
        <p:spPr>
          <a:xfrm>
            <a:off x="12115800" y="5194920"/>
            <a:ext cx="3966195" cy="133350"/>
          </a:xfrm>
          <a:prstGeom prst="rect">
            <a:avLst/>
          </a:prstGeom>
          <a:solidFill>
            <a:srgbClr val="DCE6EB"/>
          </a:solidFill>
          <a:ln/>
        </p:spPr>
        <p:txBody>
          <a:bodyPr/>
          <a:lstStyle/>
          <a:p>
            <a:endParaRPr lang="en-GB"/>
          </a:p>
        </p:txBody>
      </p:sp>
      <p:sp>
        <p:nvSpPr>
          <p:cNvPr id="47" name="Shape 45">
            <a:extLst>
              <a:ext uri="{FF2B5EF4-FFF2-40B4-BE49-F238E27FC236}">
                <a16:creationId xmlns:a16="http://schemas.microsoft.com/office/drawing/2014/main" id="{C869562A-C955-201E-27B9-BCFAB7657BEF}"/>
              </a:ext>
            </a:extLst>
          </p:cNvPr>
          <p:cNvSpPr/>
          <p:nvPr/>
        </p:nvSpPr>
        <p:spPr>
          <a:xfrm>
            <a:off x="12115800" y="5194920"/>
            <a:ext cx="3847133" cy="133350"/>
          </a:xfrm>
          <a:prstGeom prst="rect">
            <a:avLst/>
          </a:prstGeom>
          <a:solidFill>
            <a:srgbClr val="D9694E"/>
          </a:solidFill>
          <a:ln/>
        </p:spPr>
        <p:txBody>
          <a:bodyPr/>
          <a:lstStyle/>
          <a:p>
            <a:endParaRPr lang="en-GB"/>
          </a:p>
        </p:txBody>
      </p:sp>
      <p:sp>
        <p:nvSpPr>
          <p:cNvPr id="48" name="Text 46">
            <a:extLst>
              <a:ext uri="{FF2B5EF4-FFF2-40B4-BE49-F238E27FC236}">
                <a16:creationId xmlns:a16="http://schemas.microsoft.com/office/drawing/2014/main" id="{C6E418A8-2522-00F7-AC06-03BA07D8F160}"/>
              </a:ext>
            </a:extLst>
          </p:cNvPr>
          <p:cNvSpPr/>
          <p:nvPr/>
        </p:nvSpPr>
        <p:spPr>
          <a:xfrm>
            <a:off x="16304791" y="5146253"/>
            <a:ext cx="1017315" cy="366713"/>
          </a:xfrm>
          <a:prstGeom prst="rect">
            <a:avLst/>
          </a:prstGeom>
          <a:noFill/>
          <a:ln/>
        </p:spPr>
        <p:txBody>
          <a:bodyPr wrap="none" lIns="25400" tIns="25400" rIns="25400" bIns="25400" rtlCol="0" anchor="t">
            <a:normAutofit/>
          </a:bodyPr>
          <a:lstStyle/>
          <a:p>
            <a:pPr marL="0" indent="0" algn="l">
              <a:buNone/>
            </a:pPr>
            <a:r>
              <a:rPr lang="en-US" sz="1950" dirty="0">
                <a:solidFill>
                  <a:srgbClr val="123A4C"/>
                </a:solidFill>
                <a:latin typeface="Courier New" pitchFamily="34" charset="0"/>
                <a:ea typeface="Courier New" pitchFamily="34" charset="-122"/>
                <a:cs typeface="Courier New" pitchFamily="34" charset="-120"/>
              </a:rPr>
              <a:t>0.95 +</a:t>
            </a:r>
            <a:endParaRPr lang="en-US" sz="1950" dirty="0"/>
          </a:p>
        </p:txBody>
      </p:sp>
      <p:sp>
        <p:nvSpPr>
          <p:cNvPr id="49" name="Shape 47">
            <a:extLst>
              <a:ext uri="{FF2B5EF4-FFF2-40B4-BE49-F238E27FC236}">
                <a16:creationId xmlns:a16="http://schemas.microsoft.com/office/drawing/2014/main" id="{2B66719B-FA51-092C-7E6D-29E3707A5D92}"/>
              </a:ext>
            </a:extLst>
          </p:cNvPr>
          <p:cNvSpPr/>
          <p:nvPr/>
        </p:nvSpPr>
        <p:spPr>
          <a:xfrm>
            <a:off x="12115800" y="5637833"/>
            <a:ext cx="5029200" cy="9525"/>
          </a:xfrm>
          <a:prstGeom prst="rect">
            <a:avLst/>
          </a:prstGeom>
          <a:solidFill>
            <a:srgbClr val="DCE6EB"/>
          </a:solidFill>
          <a:ln/>
        </p:spPr>
        <p:txBody>
          <a:bodyPr/>
          <a:lstStyle/>
          <a:p>
            <a:endParaRPr lang="en-GB"/>
          </a:p>
        </p:txBody>
      </p:sp>
      <p:sp>
        <p:nvSpPr>
          <p:cNvPr id="50" name="Text 48">
            <a:extLst>
              <a:ext uri="{FF2B5EF4-FFF2-40B4-BE49-F238E27FC236}">
                <a16:creationId xmlns:a16="http://schemas.microsoft.com/office/drawing/2014/main" id="{9C669724-CD31-3B6A-9590-DB18E96BA835}"/>
              </a:ext>
            </a:extLst>
          </p:cNvPr>
          <p:cNvSpPr/>
          <p:nvPr/>
        </p:nvSpPr>
        <p:spPr>
          <a:xfrm>
            <a:off x="12167146" y="7698876"/>
            <a:ext cx="146775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USE IT FOR</a:t>
            </a:r>
            <a:endParaRPr lang="en-US" sz="1605" dirty="0"/>
          </a:p>
        </p:txBody>
      </p:sp>
      <p:sp>
        <p:nvSpPr>
          <p:cNvPr id="51" name="Text 49">
            <a:extLst>
              <a:ext uri="{FF2B5EF4-FFF2-40B4-BE49-F238E27FC236}">
                <a16:creationId xmlns:a16="http://schemas.microsoft.com/office/drawing/2014/main" id="{7F24CD51-BA9C-4A08-80F6-86BF1F74FBCE}"/>
              </a:ext>
            </a:extLst>
          </p:cNvPr>
          <p:cNvSpPr/>
          <p:nvPr/>
        </p:nvSpPr>
        <p:spPr>
          <a:xfrm>
            <a:off x="12167146" y="8056063"/>
            <a:ext cx="5388095" cy="690414"/>
          </a:xfrm>
          <a:prstGeom prst="rect">
            <a:avLst/>
          </a:prstGeom>
          <a:noFill/>
          <a:ln/>
        </p:spPr>
        <p:txBody>
          <a:bodyPr wrap="square" lIns="25400" tIns="25400" rIns="25400" bIns="25400" rtlCol="0" anchor="t">
            <a:normAutofit lnSpcReduction="10000"/>
          </a:bodyPr>
          <a:lstStyle/>
          <a:p>
            <a:pPr marL="0" indent="0" algn="l">
              <a:lnSpc>
                <a:spcPct val="100065"/>
              </a:lnSpc>
              <a:buNone/>
            </a:pPr>
            <a:r>
              <a:rPr lang="en-US" sz="2220" dirty="0">
                <a:solidFill>
                  <a:srgbClr val="123A4C"/>
                </a:solidFill>
                <a:latin typeface="Arial" pitchFamily="34" charset="0"/>
                <a:ea typeface="Arial" pitchFamily="34" charset="-122"/>
                <a:cs typeface="Arial" pitchFamily="34" charset="-120"/>
              </a:rPr>
              <a:t>Brainstorming, alternatives, framing options</a:t>
            </a:r>
            <a:endParaRPr lang="en-US" sz="2220" dirty="0"/>
          </a:p>
        </p:txBody>
      </p:sp>
      <p:sp>
        <p:nvSpPr>
          <p:cNvPr id="52" name="Shape 50">
            <a:extLst>
              <a:ext uri="{FF2B5EF4-FFF2-40B4-BE49-F238E27FC236}">
                <a16:creationId xmlns:a16="http://schemas.microsoft.com/office/drawing/2014/main" id="{408B3C3B-1B67-FFC4-B47E-F693F59332A7}"/>
              </a:ext>
            </a:extLst>
          </p:cNvPr>
          <p:cNvSpPr/>
          <p:nvPr/>
        </p:nvSpPr>
        <p:spPr>
          <a:xfrm>
            <a:off x="12115800" y="7422803"/>
            <a:ext cx="5029200" cy="9525"/>
          </a:xfrm>
          <a:prstGeom prst="rect">
            <a:avLst/>
          </a:prstGeom>
          <a:solidFill>
            <a:srgbClr val="DCE6EB"/>
          </a:solidFill>
          <a:ln/>
        </p:spPr>
        <p:txBody>
          <a:bodyPr/>
          <a:lstStyle/>
          <a:p>
            <a:endParaRPr lang="en-GB"/>
          </a:p>
        </p:txBody>
      </p:sp>
      <p:sp>
        <p:nvSpPr>
          <p:cNvPr id="53" name="Text 51">
            <a:extLst>
              <a:ext uri="{FF2B5EF4-FFF2-40B4-BE49-F238E27FC236}">
                <a16:creationId xmlns:a16="http://schemas.microsoft.com/office/drawing/2014/main" id="{DA2E1CC4-45ED-9987-14CD-79C8BD746D27}"/>
              </a:ext>
            </a:extLst>
          </p:cNvPr>
          <p:cNvSpPr/>
          <p:nvPr/>
        </p:nvSpPr>
        <p:spPr>
          <a:xfrm>
            <a:off x="12167146" y="6238535"/>
            <a:ext cx="1974599"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05" b="1" kern="0" spc="150" dirty="0">
                <a:solidFill>
                  <a:srgbClr val="5E7480"/>
                </a:solidFill>
                <a:latin typeface="Arial" pitchFamily="34" charset="0"/>
                <a:ea typeface="Arial" pitchFamily="34" charset="-122"/>
                <a:cs typeface="Arial" pitchFamily="34" charset="-120"/>
              </a:rPr>
              <a:t>WHAT YOU GET</a:t>
            </a:r>
            <a:endParaRPr lang="en-US" sz="1605" dirty="0"/>
          </a:p>
        </p:txBody>
      </p:sp>
      <p:sp>
        <p:nvSpPr>
          <p:cNvPr id="54" name="Text 52">
            <a:extLst>
              <a:ext uri="{FF2B5EF4-FFF2-40B4-BE49-F238E27FC236}">
                <a16:creationId xmlns:a16="http://schemas.microsoft.com/office/drawing/2014/main" id="{BC22161B-02CC-B4FC-4025-F4D10D7D019E}"/>
              </a:ext>
            </a:extLst>
          </p:cNvPr>
          <p:cNvSpPr/>
          <p:nvPr/>
        </p:nvSpPr>
        <p:spPr>
          <a:xfrm>
            <a:off x="12167146" y="6595723"/>
            <a:ext cx="5761899" cy="379735"/>
          </a:xfrm>
          <a:prstGeom prst="rect">
            <a:avLst/>
          </a:prstGeom>
          <a:noFill/>
          <a:ln/>
        </p:spPr>
        <p:txBody>
          <a:bodyPr wrap="square" lIns="25400" tIns="25400" rIns="25400" bIns="25400" rtlCol="0" anchor="t">
            <a:normAutofit lnSpcReduction="10000"/>
          </a:bodyPr>
          <a:lstStyle/>
          <a:p>
            <a:pPr marL="0" indent="0" algn="l">
              <a:lnSpc>
                <a:spcPct val="110789"/>
              </a:lnSpc>
              <a:buNone/>
            </a:pPr>
            <a:r>
              <a:rPr lang="en-US" sz="2100" b="1" dirty="0">
                <a:solidFill>
                  <a:srgbClr val="123A4C"/>
                </a:solidFill>
                <a:latin typeface="Arial" pitchFamily="34" charset="0"/>
                <a:ea typeface="Arial" pitchFamily="34" charset="-122"/>
                <a:cs typeface="Arial" pitchFamily="34" charset="-120"/>
              </a:rPr>
              <a:t>Diversity, creativity</a:t>
            </a:r>
            <a:endParaRPr lang="en-US" sz="2100" dirty="0"/>
          </a:p>
        </p:txBody>
      </p:sp>
    </p:spTree>
    <p:extLst>
      <p:ext uri="{BB962C8B-B14F-4D97-AF65-F5344CB8AC3E}">
        <p14:creationId xmlns:p14="http://schemas.microsoft.com/office/powerpoint/2010/main" val="2934685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7369939"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Attention and long context</a:t>
            </a:r>
            <a:endParaRPr lang="en-US" sz="4350" dirty="0"/>
          </a:p>
        </p:txBody>
      </p:sp>
      <p:sp>
        <p:nvSpPr>
          <p:cNvPr id="3" name="Text 1"/>
          <p:cNvSpPr/>
          <p:nvPr/>
        </p:nvSpPr>
        <p:spPr>
          <a:xfrm>
            <a:off x="1143000" y="1905000"/>
            <a:ext cx="8437245" cy="1781473"/>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2400" dirty="0">
                <a:solidFill>
                  <a:srgbClr val="123A4C"/>
                </a:solidFill>
                <a:latin typeface="Arial" pitchFamily="34" charset="0"/>
                <a:ea typeface="Arial" pitchFamily="34" charset="-122"/>
                <a:cs typeface="Arial" pitchFamily="34" charset="-120"/>
              </a:rPr>
              <a:t>A large context window tells you about </a:t>
            </a:r>
            <a:r>
              <a:rPr lang="en-US" sz="2400" b="1" dirty="0">
                <a:solidFill>
                  <a:srgbClr val="123A4C"/>
                </a:solidFill>
                <a:latin typeface="Arial" pitchFamily="34" charset="0"/>
                <a:ea typeface="Arial" pitchFamily="34" charset="-122"/>
                <a:cs typeface="Arial" pitchFamily="34" charset="-120"/>
              </a:rPr>
              <a:t>capacity</a:t>
            </a:r>
            <a:r>
              <a:rPr lang="en-US" sz="2400" dirty="0">
                <a:solidFill>
                  <a:srgbClr val="123A4C"/>
                </a:solidFill>
                <a:latin typeface="Arial" pitchFamily="34" charset="0"/>
                <a:ea typeface="Arial" pitchFamily="34" charset="-122"/>
                <a:cs typeface="Arial" pitchFamily="34" charset="-120"/>
              </a:rPr>
              <a:t>, not attention. Retrieval accuracy is highest at the start and end of the input and degrades in the middle, in what’s called the “lost in the middle” effect.</a:t>
            </a:r>
            <a:endParaRPr lang="en-US" sz="24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8436" y="4602796"/>
            <a:ext cx="8191500" cy="3143250"/>
          </a:xfrm>
          <a:prstGeom prst="rect">
            <a:avLst/>
          </a:prstGeom>
        </p:spPr>
      </p:pic>
      <p:sp>
        <p:nvSpPr>
          <p:cNvPr id="5" name="Text 2"/>
          <p:cNvSpPr/>
          <p:nvPr/>
        </p:nvSpPr>
        <p:spPr>
          <a:xfrm>
            <a:off x="1158436" y="7848771"/>
            <a:ext cx="901065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5E7480"/>
                </a:solidFill>
                <a:latin typeface="Arial" pitchFamily="34" charset="0"/>
                <a:ea typeface="Arial" pitchFamily="34" charset="-122"/>
                <a:cs typeface="Arial" pitchFamily="34" charset="-120"/>
              </a:rPr>
              <a:t>Schematic, after Liu et al. (2024), </a:t>
            </a:r>
            <a:r>
              <a:rPr lang="en-US" sz="1875" i="1" dirty="0">
                <a:solidFill>
                  <a:srgbClr val="5E7480"/>
                </a:solidFill>
                <a:latin typeface="Arial" pitchFamily="34" charset="0"/>
                <a:ea typeface="Arial" pitchFamily="34" charset="-122"/>
                <a:cs typeface="Arial" pitchFamily="34" charset="-120"/>
              </a:rPr>
              <a:t>TACL </a:t>
            </a:r>
            <a:r>
              <a:rPr lang="en-US" sz="1875" dirty="0">
                <a:solidFill>
                  <a:srgbClr val="5E7480"/>
                </a:solidFill>
                <a:latin typeface="Arial" pitchFamily="34" charset="0"/>
                <a:ea typeface="Arial" pitchFamily="34" charset="-122"/>
                <a:cs typeface="Arial" pitchFamily="34" charset="-120"/>
              </a:rPr>
              <a:t>12</a:t>
            </a:r>
            <a:endParaRPr lang="en-US" sz="1875" dirty="0"/>
          </a:p>
        </p:txBody>
      </p:sp>
      <p:sp>
        <p:nvSpPr>
          <p:cNvPr id="6" name="Text 3"/>
          <p:cNvSpPr/>
          <p:nvPr/>
        </p:nvSpPr>
        <p:spPr>
          <a:xfrm>
            <a:off x="10388351" y="4461532"/>
            <a:ext cx="7259955" cy="1363935"/>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2400" dirty="0">
                <a:solidFill>
                  <a:srgbClr val="5E7480"/>
                </a:solidFill>
                <a:latin typeface="Arial" pitchFamily="34" charset="0"/>
                <a:ea typeface="Arial" pitchFamily="34" charset="-122"/>
                <a:cs typeface="Arial" pitchFamily="34" charset="-120"/>
              </a:rPr>
              <a:t>The longer the conversation, the worse it gets: the model summarizes or drops earlier turns, and it never tells you which</a:t>
            </a:r>
            <a:endParaRPr lang="en-US" sz="2400" dirty="0"/>
          </a:p>
        </p:txBody>
      </p:sp>
      <p:sp>
        <p:nvSpPr>
          <p:cNvPr id="7" name="Shape 4"/>
          <p:cNvSpPr/>
          <p:nvPr/>
        </p:nvSpPr>
        <p:spPr>
          <a:xfrm>
            <a:off x="10432166" y="6429469"/>
            <a:ext cx="7048500" cy="2536254"/>
          </a:xfrm>
          <a:prstGeom prst="rect">
            <a:avLst/>
          </a:prstGeom>
          <a:ln w="28575">
            <a:solidFill>
              <a:srgbClr val="3EC1AE"/>
            </a:solidFill>
            <a:prstDash val="solid"/>
          </a:ln>
        </p:spPr>
        <p:txBody>
          <a:bodyPr/>
          <a:lstStyle/>
          <a:p>
            <a:endParaRPr lang="en-GB"/>
          </a:p>
        </p:txBody>
      </p:sp>
      <p:sp>
        <p:nvSpPr>
          <p:cNvPr id="8" name="Text 5"/>
          <p:cNvSpPr/>
          <p:nvPr/>
        </p:nvSpPr>
        <p:spPr>
          <a:xfrm>
            <a:off x="10879841" y="6839044"/>
            <a:ext cx="6768465" cy="295275"/>
          </a:xfrm>
          <a:prstGeom prst="rect">
            <a:avLst/>
          </a:prstGeom>
          <a:noFill/>
          <a:ln/>
        </p:spPr>
        <p:txBody>
          <a:bodyPr wrap="square" lIns="25400" tIns="25400" rIns="25400" bIns="25400" rtlCol="0" anchor="t">
            <a:normAutofit lnSpcReduction="10000"/>
          </a:bodyPr>
          <a:lstStyle/>
          <a:p>
            <a:pPr marL="0" indent="0" algn="l">
              <a:buNone/>
            </a:pPr>
            <a:r>
              <a:rPr lang="en-US" sz="1733" b="1" kern="0" spc="150" dirty="0">
                <a:solidFill>
                  <a:srgbClr val="1A7D6F"/>
                </a:solidFill>
                <a:latin typeface="Arial" pitchFamily="34" charset="0"/>
                <a:ea typeface="Arial" pitchFamily="34" charset="-122"/>
                <a:cs typeface="Arial" pitchFamily="34" charset="-120"/>
              </a:rPr>
              <a:t>WHAT TO DO INSTEAD</a:t>
            </a:r>
            <a:endParaRPr lang="en-US" sz="1733" dirty="0"/>
          </a:p>
        </p:txBody>
      </p:sp>
      <p:sp>
        <p:nvSpPr>
          <p:cNvPr id="9" name="Text 6"/>
          <p:cNvSpPr/>
          <p:nvPr/>
        </p:nvSpPr>
        <p:spPr>
          <a:xfrm>
            <a:off x="10879841" y="7248619"/>
            <a:ext cx="6337745" cy="1345629"/>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2400" dirty="0">
                <a:solidFill>
                  <a:srgbClr val="123A4C"/>
                </a:solidFill>
                <a:latin typeface="Arial" pitchFamily="34" charset="0"/>
                <a:ea typeface="Arial" pitchFamily="34" charset="-122"/>
                <a:cs typeface="Arial" pitchFamily="34" charset="-120"/>
              </a:rPr>
              <a:t>Chunk it. Ask one targeted question per chunk. Put the instruction </a:t>
            </a:r>
            <a:r>
              <a:rPr lang="en-US" sz="2400" b="1" dirty="0">
                <a:solidFill>
                  <a:srgbClr val="123A4C"/>
                </a:solidFill>
                <a:latin typeface="Arial" pitchFamily="34" charset="0"/>
                <a:ea typeface="Arial" pitchFamily="34" charset="-122"/>
                <a:cs typeface="Arial" pitchFamily="34" charset="-120"/>
              </a:rPr>
              <a:t>last</a:t>
            </a:r>
            <a:r>
              <a:rPr lang="en-US" sz="2400" dirty="0">
                <a:solidFill>
                  <a:srgbClr val="123A4C"/>
                </a:solidFill>
                <a:latin typeface="Arial" pitchFamily="34" charset="0"/>
                <a:ea typeface="Arial" pitchFamily="34" charset="-122"/>
                <a:cs typeface="Arial" pitchFamily="34" charset="-120"/>
              </a:rPr>
              <a:t>, not buried above the document.</a:t>
            </a:r>
            <a:endParaRPr lang="en-US" sz="2400" dirty="0"/>
          </a:p>
        </p:txBody>
      </p:sp>
      <p:sp>
        <p:nvSpPr>
          <p:cNvPr id="10" name="Shape 7"/>
          <p:cNvSpPr/>
          <p:nvPr/>
        </p:nvSpPr>
        <p:spPr>
          <a:xfrm>
            <a:off x="10388351" y="2492919"/>
            <a:ext cx="7092315" cy="1390650"/>
          </a:xfrm>
          <a:prstGeom prst="rect">
            <a:avLst/>
          </a:prstGeom>
          <a:solidFill>
            <a:srgbClr val="E6F6F3"/>
          </a:solidFill>
          <a:ln/>
        </p:spPr>
        <p:txBody>
          <a:bodyPr/>
          <a:lstStyle/>
          <a:p>
            <a:endParaRPr lang="en-GB" dirty="0"/>
          </a:p>
        </p:txBody>
      </p:sp>
      <p:sp>
        <p:nvSpPr>
          <p:cNvPr id="11" name="Text 8"/>
          <p:cNvSpPr/>
          <p:nvPr/>
        </p:nvSpPr>
        <p:spPr>
          <a:xfrm>
            <a:off x="10532961" y="2674888"/>
            <a:ext cx="6947705" cy="1026711"/>
          </a:xfrm>
          <a:prstGeom prst="rect">
            <a:avLst/>
          </a:prstGeom>
          <a:noFill/>
          <a:ln/>
        </p:spPr>
        <p:txBody>
          <a:bodyPr wrap="square" lIns="25400" tIns="25400" rIns="25400" bIns="25400" rtlCol="0" anchor="t">
            <a:normAutofit/>
          </a:bodyPr>
          <a:lstStyle/>
          <a:p>
            <a:pPr marL="0" indent="0">
              <a:buNone/>
            </a:pPr>
            <a:r>
              <a:rPr lang="en-US" sz="2400" b="1" dirty="0">
                <a:solidFill>
                  <a:srgbClr val="123A4C"/>
                </a:solidFill>
                <a:latin typeface="Arial" pitchFamily="34" charset="0"/>
                <a:ea typeface="Arial" pitchFamily="34" charset="-122"/>
                <a:cs typeface="Arial" pitchFamily="34" charset="-120"/>
              </a:rPr>
              <a:t>Pasting a 60-page protocol into the window does not mean the model read page 31.</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10496081"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An LLM call is not a reproducible step</a:t>
            </a:r>
            <a:endParaRPr lang="en-US" sz="4350" dirty="0"/>
          </a:p>
        </p:txBody>
      </p:sp>
      <p:sp>
        <p:nvSpPr>
          <p:cNvPr id="3" name="Text 1"/>
          <p:cNvSpPr/>
          <p:nvPr/>
        </p:nvSpPr>
        <p:spPr>
          <a:xfrm>
            <a:off x="1156246" y="2672655"/>
            <a:ext cx="3753237" cy="285750"/>
          </a:xfrm>
          <a:prstGeom prst="rect">
            <a:avLst/>
          </a:prstGeom>
          <a:noFill/>
          <a:ln/>
        </p:spPr>
        <p:txBody>
          <a:bodyPr wrap="square" lIns="25400" tIns="25400" rIns="25400" bIns="25400" rtlCol="0" anchor="t">
            <a:normAutofit fontScale="92500" lnSpcReduction="10000"/>
          </a:bodyPr>
          <a:lstStyle/>
          <a:p>
            <a:pPr marL="0" indent="0" algn="l">
              <a:buNone/>
            </a:pPr>
            <a:r>
              <a:rPr lang="en-US" sz="1733" b="1" kern="0" spc="225" dirty="0">
                <a:solidFill>
                  <a:srgbClr val="5E7480"/>
                </a:solidFill>
                <a:latin typeface="Arial" pitchFamily="34" charset="0"/>
                <a:ea typeface="Arial" pitchFamily="34" charset="-122"/>
                <a:cs typeface="Arial" pitchFamily="34" charset="-120"/>
              </a:rPr>
              <a:t>IN A RESEARCH PIPELINE</a:t>
            </a:r>
            <a:endParaRPr lang="en-US" sz="1733" dirty="0"/>
          </a:p>
        </p:txBody>
      </p:sp>
      <p:sp>
        <p:nvSpPr>
          <p:cNvPr id="4" name="Shape 2"/>
          <p:cNvSpPr/>
          <p:nvPr/>
        </p:nvSpPr>
        <p:spPr>
          <a:xfrm>
            <a:off x="1104900" y="3287985"/>
            <a:ext cx="3236565" cy="2057400"/>
          </a:xfrm>
          <a:prstGeom prst="rect">
            <a:avLst/>
          </a:prstGeom>
          <a:solidFill>
            <a:srgbClr val="F1F5F7"/>
          </a:solidFill>
          <a:ln/>
        </p:spPr>
        <p:txBody>
          <a:bodyPr/>
          <a:lstStyle/>
          <a:p>
            <a:endParaRPr lang="en-GB"/>
          </a:p>
        </p:txBody>
      </p:sp>
      <p:sp>
        <p:nvSpPr>
          <p:cNvPr id="5" name="Text 3"/>
          <p:cNvSpPr/>
          <p:nvPr/>
        </p:nvSpPr>
        <p:spPr>
          <a:xfrm>
            <a:off x="1331972" y="4140473"/>
            <a:ext cx="2782421" cy="454670"/>
          </a:xfrm>
          <a:prstGeom prst="rect">
            <a:avLst/>
          </a:prstGeom>
          <a:noFill/>
          <a:ln/>
        </p:spPr>
        <p:txBody>
          <a:bodyPr wrap="square" lIns="25400" tIns="25400" rIns="25400" bIns="25400" rtlCol="0" anchor="t">
            <a:normAutofit lnSpcReduction="10000"/>
          </a:bodyPr>
          <a:lstStyle/>
          <a:p>
            <a:pPr marL="0" indent="0" algn="ctr">
              <a:lnSpc>
                <a:spcPct val="105081"/>
              </a:lnSpc>
              <a:buNone/>
            </a:pPr>
            <a:r>
              <a:rPr lang="en-US" sz="2700" dirty="0">
                <a:solidFill>
                  <a:srgbClr val="123A4C"/>
                </a:solidFill>
                <a:latin typeface="Arial" pitchFamily="34" charset="0"/>
                <a:ea typeface="Arial" pitchFamily="34" charset="-122"/>
                <a:cs typeface="Arial" pitchFamily="34" charset="-120"/>
              </a:rPr>
              <a:t>Your data</a:t>
            </a:r>
            <a:endParaRPr lang="en-US" sz="2700" dirty="0"/>
          </a:p>
        </p:txBody>
      </p:sp>
      <p:sp>
        <p:nvSpPr>
          <p:cNvPr id="6" name="Text 4"/>
          <p:cNvSpPr/>
          <p:nvPr/>
        </p:nvSpPr>
        <p:spPr>
          <a:xfrm>
            <a:off x="4640535" y="4082355"/>
            <a:ext cx="474390" cy="47625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8AA3AE"/>
                </a:solidFill>
                <a:latin typeface="Arial" pitchFamily="34" charset="0"/>
                <a:ea typeface="Arial" pitchFamily="34" charset="-122"/>
                <a:cs typeface="Arial" pitchFamily="34" charset="-120"/>
              </a:rPr>
              <a:t>→</a:t>
            </a:r>
            <a:endParaRPr lang="en-US" sz="3000" dirty="0"/>
          </a:p>
        </p:txBody>
      </p:sp>
      <p:sp>
        <p:nvSpPr>
          <p:cNvPr id="7" name="Shape 5"/>
          <p:cNvSpPr/>
          <p:nvPr/>
        </p:nvSpPr>
        <p:spPr>
          <a:xfrm>
            <a:off x="5185395" y="3287985"/>
            <a:ext cx="3837608" cy="2057400"/>
          </a:xfrm>
          <a:prstGeom prst="rect">
            <a:avLst/>
          </a:prstGeom>
          <a:ln w="38100">
            <a:solidFill>
              <a:srgbClr val="D9694E"/>
            </a:solidFill>
            <a:prstDash val="solid"/>
          </a:ln>
        </p:spPr>
        <p:txBody>
          <a:bodyPr/>
          <a:lstStyle/>
          <a:p>
            <a:endParaRPr lang="en-GB"/>
          </a:p>
        </p:txBody>
      </p:sp>
      <p:sp>
        <p:nvSpPr>
          <p:cNvPr id="8" name="Text 6"/>
          <p:cNvSpPr/>
          <p:nvPr/>
        </p:nvSpPr>
        <p:spPr>
          <a:xfrm>
            <a:off x="6337846" y="3910905"/>
            <a:ext cx="1531665" cy="439638"/>
          </a:xfrm>
          <a:prstGeom prst="rect">
            <a:avLst/>
          </a:prstGeom>
          <a:noFill/>
          <a:ln/>
        </p:spPr>
        <p:txBody>
          <a:bodyPr wrap="square" lIns="25400" tIns="25400" rIns="25400" bIns="25400" rtlCol="0" anchor="t">
            <a:normAutofit lnSpcReduction="10000"/>
          </a:bodyPr>
          <a:lstStyle/>
          <a:p>
            <a:pPr marL="0" indent="0" algn="ctr">
              <a:lnSpc>
                <a:spcPct val="103870"/>
              </a:lnSpc>
              <a:buNone/>
            </a:pPr>
            <a:r>
              <a:rPr lang="en-US" sz="2633" b="1" dirty="0">
                <a:solidFill>
                  <a:srgbClr val="B85235"/>
                </a:solidFill>
                <a:latin typeface="Arial" pitchFamily="34" charset="0"/>
                <a:ea typeface="Arial" pitchFamily="34" charset="-122"/>
                <a:cs typeface="Arial" pitchFamily="34" charset="-120"/>
              </a:rPr>
              <a:t>LLM call</a:t>
            </a:r>
            <a:endParaRPr lang="en-US" sz="2633" dirty="0"/>
          </a:p>
        </p:txBody>
      </p:sp>
      <p:sp>
        <p:nvSpPr>
          <p:cNvPr id="9" name="Text 7"/>
          <p:cNvSpPr/>
          <p:nvPr/>
        </p:nvSpPr>
        <p:spPr>
          <a:xfrm>
            <a:off x="5860628" y="4478610"/>
            <a:ext cx="2486099" cy="350639"/>
          </a:xfrm>
          <a:prstGeom prst="rect">
            <a:avLst/>
          </a:prstGeom>
          <a:noFill/>
          <a:ln/>
        </p:spPr>
        <p:txBody>
          <a:bodyPr wrap="square" lIns="25400" tIns="25400" rIns="25400" bIns="25400" rtlCol="0" anchor="t">
            <a:normAutofit lnSpcReduction="10000"/>
          </a:bodyPr>
          <a:lstStyle/>
          <a:p>
            <a:pPr marL="0" indent="0" algn="ctr">
              <a:lnSpc>
                <a:spcPct val="101362"/>
              </a:lnSpc>
              <a:buNone/>
            </a:pPr>
            <a:r>
              <a:rPr lang="en-US" sz="2100" dirty="0">
                <a:solidFill>
                  <a:srgbClr val="B85235"/>
                </a:solidFill>
                <a:latin typeface="Arial" pitchFamily="34" charset="0"/>
                <a:ea typeface="Arial" pitchFamily="34" charset="-122"/>
                <a:cs typeface="Arial" pitchFamily="34" charset="-120"/>
              </a:rPr>
              <a:t>not reproducible</a:t>
            </a:r>
            <a:endParaRPr lang="en-US" sz="2100" dirty="0"/>
          </a:p>
        </p:txBody>
      </p:sp>
      <p:sp>
        <p:nvSpPr>
          <p:cNvPr id="10" name="Text 8"/>
          <p:cNvSpPr/>
          <p:nvPr/>
        </p:nvSpPr>
        <p:spPr>
          <a:xfrm>
            <a:off x="9322073" y="4082355"/>
            <a:ext cx="474390" cy="47625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8AA3AE"/>
                </a:solidFill>
                <a:latin typeface="Arial" pitchFamily="34" charset="0"/>
                <a:ea typeface="Arial" pitchFamily="34" charset="-122"/>
                <a:cs typeface="Arial" pitchFamily="34" charset="-120"/>
              </a:rPr>
              <a:t>→</a:t>
            </a:r>
            <a:endParaRPr lang="en-US" sz="3000" dirty="0"/>
          </a:p>
        </p:txBody>
      </p:sp>
      <p:sp>
        <p:nvSpPr>
          <p:cNvPr id="11" name="Shape 9"/>
          <p:cNvSpPr/>
          <p:nvPr/>
        </p:nvSpPr>
        <p:spPr>
          <a:xfrm>
            <a:off x="9866933" y="3287985"/>
            <a:ext cx="3236565" cy="2057400"/>
          </a:xfrm>
          <a:prstGeom prst="rect">
            <a:avLst/>
          </a:prstGeom>
          <a:solidFill>
            <a:srgbClr val="F1F5F7"/>
          </a:solidFill>
          <a:ln/>
        </p:spPr>
        <p:txBody>
          <a:bodyPr/>
          <a:lstStyle/>
          <a:p>
            <a:endParaRPr lang="en-GB"/>
          </a:p>
        </p:txBody>
      </p:sp>
      <p:sp>
        <p:nvSpPr>
          <p:cNvPr id="12" name="Text 10"/>
          <p:cNvSpPr/>
          <p:nvPr/>
        </p:nvSpPr>
        <p:spPr>
          <a:xfrm>
            <a:off x="10094019" y="4140473"/>
            <a:ext cx="2781424" cy="454670"/>
          </a:xfrm>
          <a:prstGeom prst="rect">
            <a:avLst/>
          </a:prstGeom>
          <a:noFill/>
          <a:ln/>
        </p:spPr>
        <p:txBody>
          <a:bodyPr wrap="square" lIns="25400" tIns="25400" rIns="25400" bIns="25400" rtlCol="0" anchor="t">
            <a:normAutofit lnSpcReduction="10000"/>
          </a:bodyPr>
          <a:lstStyle/>
          <a:p>
            <a:pPr marL="0" indent="0" algn="ctr">
              <a:lnSpc>
                <a:spcPct val="105081"/>
              </a:lnSpc>
              <a:buNone/>
            </a:pPr>
            <a:r>
              <a:rPr lang="en-US" sz="2700" dirty="0">
                <a:solidFill>
                  <a:srgbClr val="123A4C"/>
                </a:solidFill>
                <a:latin typeface="Arial" pitchFamily="34" charset="0"/>
                <a:ea typeface="Arial" pitchFamily="34" charset="-122"/>
                <a:cs typeface="Arial" pitchFamily="34" charset="-120"/>
              </a:rPr>
              <a:t>Your result</a:t>
            </a:r>
            <a:endParaRPr lang="en-US" sz="2700" dirty="0"/>
          </a:p>
        </p:txBody>
      </p:sp>
      <p:sp>
        <p:nvSpPr>
          <p:cNvPr id="13" name="Text 11"/>
          <p:cNvSpPr/>
          <p:nvPr/>
        </p:nvSpPr>
        <p:spPr>
          <a:xfrm>
            <a:off x="13401601" y="4082355"/>
            <a:ext cx="474390" cy="47625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8AA3AE"/>
                </a:solidFill>
                <a:latin typeface="Arial" pitchFamily="34" charset="0"/>
                <a:ea typeface="Arial" pitchFamily="34" charset="-122"/>
                <a:cs typeface="Arial" pitchFamily="34" charset="-120"/>
              </a:rPr>
              <a:t>→</a:t>
            </a:r>
            <a:endParaRPr lang="en-US" sz="3000" dirty="0"/>
          </a:p>
        </p:txBody>
      </p:sp>
      <p:sp>
        <p:nvSpPr>
          <p:cNvPr id="14" name="Shape 12"/>
          <p:cNvSpPr/>
          <p:nvPr/>
        </p:nvSpPr>
        <p:spPr>
          <a:xfrm>
            <a:off x="13946460" y="3287985"/>
            <a:ext cx="3236565" cy="2057400"/>
          </a:xfrm>
          <a:prstGeom prst="rect">
            <a:avLst/>
          </a:prstGeom>
          <a:solidFill>
            <a:srgbClr val="F1F5F7"/>
          </a:solidFill>
          <a:ln/>
        </p:spPr>
        <p:txBody>
          <a:bodyPr/>
          <a:lstStyle/>
          <a:p>
            <a:endParaRPr lang="en-GB"/>
          </a:p>
        </p:txBody>
      </p:sp>
      <p:sp>
        <p:nvSpPr>
          <p:cNvPr id="15" name="Text 13"/>
          <p:cNvSpPr/>
          <p:nvPr/>
        </p:nvSpPr>
        <p:spPr>
          <a:xfrm>
            <a:off x="14174515" y="4140473"/>
            <a:ext cx="2781424" cy="454670"/>
          </a:xfrm>
          <a:prstGeom prst="rect">
            <a:avLst/>
          </a:prstGeom>
          <a:noFill/>
          <a:ln/>
        </p:spPr>
        <p:txBody>
          <a:bodyPr wrap="square" lIns="25400" tIns="25400" rIns="25400" bIns="25400" rtlCol="0" anchor="t">
            <a:normAutofit lnSpcReduction="10000"/>
          </a:bodyPr>
          <a:lstStyle/>
          <a:p>
            <a:pPr marL="0" indent="0" algn="ctr">
              <a:lnSpc>
                <a:spcPct val="105081"/>
              </a:lnSpc>
              <a:buNone/>
            </a:pPr>
            <a:r>
              <a:rPr lang="en-US" sz="2700" dirty="0">
                <a:solidFill>
                  <a:srgbClr val="123A4C"/>
                </a:solidFill>
                <a:latin typeface="Arial" pitchFamily="34" charset="0"/>
                <a:ea typeface="Arial" pitchFamily="34" charset="-122"/>
                <a:cs typeface="Arial" pitchFamily="34" charset="-120"/>
              </a:rPr>
              <a:t>Your paper</a:t>
            </a:r>
            <a:endParaRPr lang="en-US" sz="2700" dirty="0"/>
          </a:p>
        </p:txBody>
      </p:sp>
      <p:sp>
        <p:nvSpPr>
          <p:cNvPr id="16" name="Text 14"/>
          <p:cNvSpPr/>
          <p:nvPr/>
        </p:nvSpPr>
        <p:spPr>
          <a:xfrm>
            <a:off x="1156246" y="5720655"/>
            <a:ext cx="18655218" cy="487189"/>
          </a:xfrm>
          <a:prstGeom prst="rect">
            <a:avLst/>
          </a:prstGeom>
          <a:noFill/>
          <a:ln/>
        </p:spPr>
        <p:txBody>
          <a:bodyPr wrap="square" lIns="25400" tIns="25400" rIns="25400" bIns="25400" rtlCol="0" anchor="t">
            <a:normAutofit/>
          </a:bodyPr>
          <a:lstStyle/>
          <a:p>
            <a:pPr marL="0" indent="0" algn="l">
              <a:lnSpc>
                <a:spcPct val="137773"/>
              </a:lnSpc>
              <a:buNone/>
            </a:pPr>
            <a:r>
              <a:rPr lang="en-US" sz="2220" dirty="0">
                <a:solidFill>
                  <a:srgbClr val="5E7480"/>
                </a:solidFill>
                <a:latin typeface="Arial" pitchFamily="34" charset="0"/>
                <a:ea typeface="Arial" pitchFamily="34" charset="-122"/>
                <a:cs typeface="Arial" pitchFamily="34" charset="-120"/>
              </a:rPr>
              <a:t>Re-running the pipeline does not re-create that step.</a:t>
            </a:r>
            <a:endParaRPr lang="en-US" sz="2220" dirty="0"/>
          </a:p>
        </p:txBody>
      </p:sp>
      <p:sp>
        <p:nvSpPr>
          <p:cNvPr id="17" name="Shape 15"/>
          <p:cNvSpPr/>
          <p:nvPr/>
        </p:nvSpPr>
        <p:spPr>
          <a:xfrm>
            <a:off x="1104900" y="6312173"/>
            <a:ext cx="16078200" cy="904875"/>
          </a:xfrm>
          <a:prstGeom prst="rect">
            <a:avLst/>
          </a:prstGeom>
          <a:solidFill>
            <a:srgbClr val="0F2E3D"/>
          </a:solidFill>
          <a:ln/>
        </p:spPr>
        <p:txBody>
          <a:bodyPr/>
          <a:lstStyle/>
          <a:p>
            <a:endParaRPr lang="en-GB"/>
          </a:p>
        </p:txBody>
      </p:sp>
      <p:sp>
        <p:nvSpPr>
          <p:cNvPr id="18" name="Shape 16"/>
          <p:cNvSpPr/>
          <p:nvPr/>
        </p:nvSpPr>
        <p:spPr>
          <a:xfrm>
            <a:off x="1409700" y="6593160"/>
            <a:ext cx="342900" cy="342900"/>
          </a:xfrm>
          <a:prstGeom prst="rect">
            <a:avLst/>
          </a:prstGeom>
          <a:solidFill>
            <a:srgbClr val="67C08E"/>
          </a:solidFill>
          <a:ln/>
        </p:spPr>
        <p:txBody>
          <a:bodyPr/>
          <a:lstStyle/>
          <a:p>
            <a:endParaRPr lang="en-GB"/>
          </a:p>
        </p:txBody>
      </p:sp>
      <p:sp>
        <p:nvSpPr>
          <p:cNvPr id="19" name="Text 17"/>
          <p:cNvSpPr/>
          <p:nvPr/>
        </p:nvSpPr>
        <p:spPr>
          <a:xfrm>
            <a:off x="1346746" y="6677918"/>
            <a:ext cx="468660" cy="300038"/>
          </a:xfrm>
          <a:prstGeom prst="rect">
            <a:avLst/>
          </a:prstGeom>
          <a:noFill/>
          <a:ln/>
        </p:spPr>
        <p:txBody>
          <a:bodyPr wrap="square" lIns="25400" tIns="25400" rIns="25400" bIns="25400" rtlCol="0" anchor="t">
            <a:normAutofit lnSpcReduction="10000"/>
          </a:bodyPr>
          <a:lstStyle/>
          <a:p>
            <a:pPr marL="0" indent="0" algn="ctr">
              <a:buNone/>
            </a:pPr>
            <a:r>
              <a:rPr lang="en-US" sz="1725" b="1" dirty="0">
                <a:solidFill>
                  <a:srgbClr val="0F2E3D"/>
                </a:solidFill>
                <a:latin typeface="Arial" pitchFamily="34" charset="0"/>
                <a:ea typeface="Arial" pitchFamily="34" charset="-122"/>
                <a:cs typeface="Arial" pitchFamily="34" charset="-120"/>
              </a:rPr>
              <a:t>✓</a:t>
            </a:r>
            <a:endParaRPr lang="en-US" sz="1725" dirty="0"/>
          </a:p>
        </p:txBody>
      </p:sp>
      <p:sp>
        <p:nvSpPr>
          <p:cNvPr id="20" name="Text 18"/>
          <p:cNvSpPr/>
          <p:nvPr/>
        </p:nvSpPr>
        <p:spPr>
          <a:xfrm>
            <a:off x="2032546" y="6630293"/>
            <a:ext cx="12724619" cy="394990"/>
          </a:xfrm>
          <a:prstGeom prst="rect">
            <a:avLst/>
          </a:prstGeom>
          <a:noFill/>
          <a:ln/>
        </p:spPr>
        <p:txBody>
          <a:bodyPr wrap="square" lIns="25400" tIns="25400" rIns="25400" bIns="25400" rtlCol="0" anchor="t">
            <a:normAutofit lnSpcReduction="10000"/>
          </a:bodyPr>
          <a:lstStyle/>
          <a:p>
            <a:pPr marL="0" indent="0" algn="l">
              <a:lnSpc>
                <a:spcPct val="129643"/>
              </a:lnSpc>
              <a:buNone/>
            </a:pPr>
            <a:r>
              <a:rPr lang="en-US" sz="1875" dirty="0">
                <a:solidFill>
                  <a:srgbClr val="BFDCE8"/>
                </a:solidFill>
                <a:latin typeface="Courier New" pitchFamily="34" charset="0"/>
                <a:ea typeface="Courier New" pitchFamily="34" charset="-122"/>
                <a:cs typeface="Courier New" pitchFamily="34" charset="-120"/>
              </a:rPr>
              <a:t>2026-09-07 14:02 · claude-sonnet-4.6 · temp=0 ·</a:t>
            </a:r>
            <a:r>
              <a:rPr lang="en-US" sz="1875" dirty="0">
                <a:solidFill>
                  <a:srgbClr val="FFFFFF"/>
                </a:solidFill>
                <a:latin typeface="Courier New" pitchFamily="34" charset="0"/>
                <a:ea typeface="Courier New" pitchFamily="34" charset="-122"/>
                <a:cs typeface="Courier New" pitchFamily="34" charset="-120"/>
              </a:rPr>
              <a:t>output saved → run_014.txt</a:t>
            </a:r>
            <a:endParaRPr lang="en-US" sz="1200" dirty="0"/>
          </a:p>
        </p:txBody>
      </p:sp>
      <p:sp>
        <p:nvSpPr>
          <p:cNvPr id="21" name="Text 19"/>
          <p:cNvSpPr/>
          <p:nvPr/>
        </p:nvSpPr>
        <p:spPr>
          <a:xfrm>
            <a:off x="2276669" y="8686353"/>
            <a:ext cx="16411464" cy="1186310"/>
          </a:xfrm>
          <a:prstGeom prst="rect">
            <a:avLst/>
          </a:prstGeom>
          <a:noFill/>
          <a:ln/>
        </p:spPr>
        <p:txBody>
          <a:bodyPr wrap="square" lIns="25400" tIns="25400" rIns="25400" bIns="25400" rtlCol="0" anchor="t">
            <a:normAutofit/>
          </a:bodyPr>
          <a:lstStyle/>
          <a:p>
            <a:pPr marL="0" indent="0" algn="l">
              <a:lnSpc>
                <a:spcPct val="111654"/>
              </a:lnSpc>
              <a:buNone/>
            </a:pPr>
            <a:r>
              <a:rPr lang="en-US" sz="2400" b="1" dirty="0">
                <a:solidFill>
                  <a:srgbClr val="123A4C"/>
                </a:solidFill>
                <a:latin typeface="Arial" pitchFamily="34" charset="0"/>
                <a:ea typeface="Arial" pitchFamily="34" charset="-122"/>
                <a:cs typeface="Arial" pitchFamily="34" charset="-120"/>
              </a:rPr>
              <a:t>Log the output, with model, version and date. That's the part worth keeping, not the prompt.</a:t>
            </a:r>
            <a:endParaRPr lang="en-US" sz="2400" dirty="0"/>
          </a:p>
        </p:txBody>
      </p:sp>
      <p:pic>
        <p:nvPicPr>
          <p:cNvPr id="23" name="Graphic 22" descr="Clipboard with solid fill">
            <a:extLst>
              <a:ext uri="{FF2B5EF4-FFF2-40B4-BE49-F238E27FC236}">
                <a16:creationId xmlns:a16="http://schemas.microsoft.com/office/drawing/2014/main" id="{7CCC6EF5-698F-27D5-5EA6-F7F852FF808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3876" y="8473752"/>
            <a:ext cx="914400" cy="914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75346" y="4159523"/>
            <a:ext cx="14789646" cy="971550"/>
          </a:xfrm>
          <a:prstGeom prst="rect">
            <a:avLst/>
          </a:prstGeom>
          <a:noFill/>
          <a:ln/>
        </p:spPr>
        <p:txBody>
          <a:bodyPr wrap="square" lIns="25400" tIns="25400" rIns="25400" bIns="25400" rtlCol="0" anchor="t">
            <a:normAutofit/>
          </a:bodyPr>
          <a:lstStyle/>
          <a:p>
            <a:pPr marL="0" indent="0" algn="l">
              <a:lnSpc>
                <a:spcPct val="86083"/>
              </a:lnSpc>
              <a:buNone/>
            </a:pPr>
            <a:r>
              <a:rPr lang="en-US" sz="6600" b="1" kern="0" spc="-150" dirty="0">
                <a:solidFill>
                  <a:srgbClr val="123A4C"/>
                </a:solidFill>
                <a:latin typeface="Arial" pitchFamily="34" charset="0"/>
                <a:ea typeface="Arial" pitchFamily="34" charset="-122"/>
                <a:cs typeface="Arial" pitchFamily="34" charset="-120"/>
              </a:rPr>
              <a:t>Can these limitations be mitigated?</a:t>
            </a:r>
            <a:endParaRPr lang="en-US" sz="6600" dirty="0"/>
          </a:p>
        </p:txBody>
      </p:sp>
      <p:sp>
        <p:nvSpPr>
          <p:cNvPr id="3" name="Text 1"/>
          <p:cNvSpPr/>
          <p:nvPr/>
        </p:nvSpPr>
        <p:spPr>
          <a:xfrm>
            <a:off x="1575346" y="5577780"/>
            <a:ext cx="17677055" cy="47625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3B5F70"/>
                </a:solidFill>
                <a:latin typeface="Arial" pitchFamily="34" charset="0"/>
                <a:ea typeface="Arial" pitchFamily="34" charset="-122"/>
                <a:cs typeface="Arial" pitchFamily="34" charset="-120"/>
              </a:rPr>
              <a:t>What do you already do?</a:t>
            </a:r>
            <a:endParaRPr lang="en-US" sz="3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000" y="2806080"/>
            <a:ext cx="2663250" cy="3794745"/>
          </a:xfrm>
          <a:prstGeom prst="rect">
            <a:avLst/>
          </a:prstGeom>
          <a:noFill/>
          <a:ln/>
        </p:spPr>
        <p:txBody>
          <a:bodyPr wrap="square" lIns="25400" tIns="25400" rIns="25400" bIns="25400" rtlCol="0" anchor="t">
            <a:normAutofit lnSpcReduction="10000"/>
          </a:bodyPr>
          <a:lstStyle/>
          <a:p>
            <a:pPr marL="0" indent="0" algn="l">
              <a:lnSpc>
                <a:spcPct val="69559"/>
              </a:lnSpc>
              <a:buNone/>
            </a:pPr>
            <a:r>
              <a:rPr lang="en-US" sz="36975" b="1" kern="0" spc="-1500" dirty="0">
                <a:solidFill>
                  <a:srgbClr val="4A7FC1"/>
                </a:solidFill>
                <a:latin typeface="Arial" pitchFamily="34" charset="0"/>
                <a:ea typeface="Arial" pitchFamily="34" charset="-122"/>
                <a:cs typeface="Arial" pitchFamily="34" charset="-120"/>
              </a:rPr>
              <a:t>3</a:t>
            </a:r>
            <a:endParaRPr lang="en-US" sz="36975" dirty="0"/>
          </a:p>
        </p:txBody>
      </p:sp>
      <p:sp>
        <p:nvSpPr>
          <p:cNvPr id="3" name="Text 1"/>
          <p:cNvSpPr/>
          <p:nvPr/>
        </p:nvSpPr>
        <p:spPr>
          <a:xfrm>
            <a:off x="4707136" y="4880446"/>
            <a:ext cx="6108301" cy="902196"/>
          </a:xfrm>
          <a:prstGeom prst="rect">
            <a:avLst/>
          </a:prstGeom>
          <a:noFill/>
          <a:ln/>
        </p:spPr>
        <p:txBody>
          <a:bodyPr wrap="square" lIns="25400" tIns="25400" rIns="25400" bIns="25400" rtlCol="0" anchor="t">
            <a:normAutofit lnSpcReduction="10000"/>
          </a:bodyPr>
          <a:lstStyle/>
          <a:p>
            <a:pPr marL="0" indent="0" algn="l">
              <a:lnSpc>
                <a:spcPct val="94010"/>
              </a:lnSpc>
              <a:buNone/>
            </a:pPr>
            <a:r>
              <a:rPr lang="en-US" sz="6300" b="1" kern="0" spc="-150" dirty="0">
                <a:solidFill>
                  <a:srgbClr val="3F4048"/>
                </a:solidFill>
                <a:latin typeface="Arial" pitchFamily="34" charset="0"/>
                <a:ea typeface="Arial" pitchFamily="34" charset="-122"/>
                <a:cs typeface="Arial" pitchFamily="34" charset="-120"/>
              </a:rPr>
              <a:t>Mitigation</a:t>
            </a:r>
            <a:endParaRPr lang="en-US" sz="6300" dirty="0"/>
          </a:p>
        </p:txBody>
      </p:sp>
      <p:sp>
        <p:nvSpPr>
          <p:cNvPr id="4" name="Text 2"/>
          <p:cNvSpPr/>
          <p:nvPr/>
        </p:nvSpPr>
        <p:spPr>
          <a:xfrm>
            <a:off x="4707136" y="5954092"/>
            <a:ext cx="6108301" cy="508620"/>
          </a:xfrm>
          <a:prstGeom prst="rect">
            <a:avLst/>
          </a:prstGeom>
          <a:noFill/>
          <a:ln/>
        </p:spPr>
        <p:txBody>
          <a:bodyPr wrap="square" lIns="25400" tIns="25400" rIns="25400" bIns="25400" rtlCol="0" anchor="t">
            <a:normAutofit lnSpcReduction="10000"/>
          </a:bodyPr>
          <a:lstStyle/>
          <a:p>
            <a:pPr marL="0" indent="0" algn="l">
              <a:lnSpc>
                <a:spcPct val="113563"/>
              </a:lnSpc>
              <a:buNone/>
            </a:pPr>
            <a:r>
              <a:rPr lang="en-US" sz="2850" dirty="0">
                <a:solidFill>
                  <a:srgbClr val="6B6E76"/>
                </a:solidFill>
                <a:latin typeface="Arial" pitchFamily="34" charset="0"/>
                <a:ea typeface="Arial" pitchFamily="34" charset="-122"/>
                <a:cs typeface="Arial" pitchFamily="34" charset="-120"/>
              </a:rPr>
              <a:t>Detection · uncertainty · grounding</a:t>
            </a:r>
            <a:endParaRPr lang="en-US" sz="2850" dirty="0"/>
          </a:p>
        </p:txBody>
      </p:sp>
      <p:sp>
        <p:nvSpPr>
          <p:cNvPr id="5" name="Text 3"/>
          <p:cNvSpPr/>
          <p:nvPr/>
        </p:nvSpPr>
        <p:spPr>
          <a:xfrm>
            <a:off x="1524000" y="6745750"/>
            <a:ext cx="10548395" cy="784771"/>
          </a:xfrm>
          <a:prstGeom prst="rect">
            <a:avLst/>
          </a:prstGeom>
          <a:noFill/>
          <a:ln/>
        </p:spPr>
        <p:txBody>
          <a:bodyPr wrap="square" lIns="25400" tIns="25400" rIns="25400" bIns="25400" rtlCol="0" anchor="t">
            <a:normAutofit lnSpcReduction="10000"/>
          </a:bodyPr>
          <a:lstStyle/>
          <a:p>
            <a:pPr marL="0" indent="0" algn="l">
              <a:lnSpc>
                <a:spcPct val="120615"/>
              </a:lnSpc>
              <a:buNone/>
            </a:pPr>
            <a:r>
              <a:rPr lang="en-US" sz="2100" dirty="0">
                <a:solidFill>
                  <a:srgbClr val="6B6E76"/>
                </a:solidFill>
                <a:latin typeface="Arial" pitchFamily="34" charset="0"/>
                <a:ea typeface="Arial" pitchFamily="34" charset="-122"/>
                <a:cs typeface="Arial" pitchFamily="34" charset="-120"/>
              </a:rPr>
              <a:t>“AI hallucinations can't be stopped — but these techniques can limit their damage,” Nature news feature, 21 January 2025</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3184014"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Harnessing</a:t>
            </a:r>
            <a:endParaRPr lang="en-US" sz="4350" dirty="0"/>
          </a:p>
        </p:txBody>
      </p:sp>
      <p:sp>
        <p:nvSpPr>
          <p:cNvPr id="3" name="Text 1"/>
          <p:cNvSpPr/>
          <p:nvPr/>
        </p:nvSpPr>
        <p:spPr>
          <a:xfrm>
            <a:off x="1143000" y="2065065"/>
            <a:ext cx="7048501" cy="929580"/>
          </a:xfrm>
          <a:prstGeom prst="rect">
            <a:avLst/>
          </a:prstGeom>
          <a:noFill/>
          <a:ln/>
        </p:spPr>
        <p:txBody>
          <a:bodyPr wrap="square" lIns="25400" tIns="25400" rIns="25400" bIns="25400" rtlCol="0" anchor="t">
            <a:normAutofit lnSpcReduction="10000"/>
          </a:bodyPr>
          <a:lstStyle/>
          <a:p>
            <a:pPr marL="0" indent="0" algn="l">
              <a:lnSpc>
                <a:spcPct val="114146"/>
              </a:lnSpc>
              <a:buNone/>
            </a:pPr>
            <a:r>
              <a:rPr lang="en-US" sz="2700" b="1" dirty="0">
                <a:solidFill>
                  <a:srgbClr val="123A4C"/>
                </a:solidFill>
                <a:latin typeface="Arial" pitchFamily="34" charset="0"/>
                <a:ea typeface="Arial" pitchFamily="34" charset="-122"/>
                <a:cs typeface="Arial" pitchFamily="34" charset="-120"/>
              </a:rPr>
              <a:t>RAG, agents, tool use, verification loops: all of it lowers the rate.</a:t>
            </a:r>
            <a:endParaRPr lang="en-US" sz="2700" dirty="0"/>
          </a:p>
        </p:txBody>
      </p:sp>
      <p:sp>
        <p:nvSpPr>
          <p:cNvPr id="4" name="Text 2"/>
          <p:cNvSpPr/>
          <p:nvPr/>
        </p:nvSpPr>
        <p:spPr>
          <a:xfrm>
            <a:off x="1143000" y="3796206"/>
            <a:ext cx="8437245" cy="921990"/>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2400" dirty="0">
                <a:latin typeface="Arial" pitchFamily="34" charset="0"/>
                <a:ea typeface="Arial" pitchFamily="34" charset="-122"/>
                <a:cs typeface="Arial" pitchFamily="34" charset="-120"/>
              </a:rPr>
              <a:t>But it works </a:t>
            </a:r>
            <a:r>
              <a:rPr lang="en-US" sz="2400" b="1" dirty="0">
                <a:latin typeface="Arial" pitchFamily="34" charset="0"/>
                <a:ea typeface="Arial" pitchFamily="34" charset="-122"/>
                <a:cs typeface="Arial" pitchFamily="34" charset="-120"/>
              </a:rPr>
              <a:t>downstream </a:t>
            </a:r>
            <a:r>
              <a:rPr lang="en-US" sz="2400" dirty="0">
                <a:latin typeface="Arial" pitchFamily="34" charset="0"/>
                <a:ea typeface="Arial" pitchFamily="34" charset="-122"/>
                <a:cs typeface="Arial" pitchFamily="34" charset="-120"/>
              </a:rPr>
              <a:t>of the objective. The model is still a next-token predictor with no notion of truth.</a:t>
            </a:r>
            <a:endParaRPr lang="en-US" sz="2400" dirty="0"/>
          </a:p>
        </p:txBody>
      </p:sp>
      <p:sp>
        <p:nvSpPr>
          <p:cNvPr id="5" name="Text 3"/>
          <p:cNvSpPr/>
          <p:nvPr/>
        </p:nvSpPr>
        <p:spPr>
          <a:xfrm>
            <a:off x="1143000" y="5022996"/>
            <a:ext cx="8437245" cy="1363935"/>
          </a:xfrm>
          <a:prstGeom prst="rect">
            <a:avLst/>
          </a:prstGeom>
          <a:noFill/>
          <a:ln/>
        </p:spPr>
        <p:txBody>
          <a:bodyPr wrap="square" lIns="25400" tIns="25400" rIns="25400" bIns="25400" rtlCol="0" anchor="t">
            <a:normAutofit/>
          </a:bodyPr>
          <a:lstStyle/>
          <a:p>
            <a:pPr marL="0" indent="0" algn="l">
              <a:lnSpc>
                <a:spcPct val="125405"/>
              </a:lnSpc>
              <a:buNone/>
            </a:pPr>
            <a:r>
              <a:rPr lang="en-US" sz="2400" dirty="0">
                <a:latin typeface="Arial" pitchFamily="34" charset="0"/>
                <a:ea typeface="Arial" pitchFamily="34" charset="-122"/>
                <a:cs typeface="Arial" pitchFamily="34" charset="-120"/>
              </a:rPr>
              <a:t>So a fluent, confident, wrong answer stays possible no matter how much you stack on top. That's </a:t>
            </a:r>
            <a:r>
              <a:rPr lang="en-US" sz="2400" i="1" dirty="0">
                <a:latin typeface="Arial" pitchFamily="34" charset="0"/>
                <a:ea typeface="Arial" pitchFamily="34" charset="-122"/>
                <a:cs typeface="Arial" pitchFamily="34" charset="-120"/>
              </a:rPr>
              <a:t>Kalai et al</a:t>
            </a:r>
            <a:r>
              <a:rPr lang="en-US" sz="2400" dirty="0">
                <a:latin typeface="Arial" pitchFamily="34" charset="0"/>
                <a:ea typeface="Arial" pitchFamily="34" charset="-122"/>
                <a:cs typeface="Arial" pitchFamily="34" charset="-120"/>
              </a:rPr>
              <a:t>.'s error floor.</a:t>
            </a:r>
            <a:endParaRPr lang="en-US" sz="2400" dirty="0"/>
          </a:p>
        </p:txBody>
      </p:sp>
      <p:sp>
        <p:nvSpPr>
          <p:cNvPr id="6" name="Shape 4"/>
          <p:cNvSpPr/>
          <p:nvPr/>
        </p:nvSpPr>
        <p:spPr>
          <a:xfrm>
            <a:off x="10096500" y="6149355"/>
            <a:ext cx="7048500" cy="19050"/>
          </a:xfrm>
          <a:prstGeom prst="rect">
            <a:avLst/>
          </a:prstGeom>
          <a:solidFill>
            <a:srgbClr val="C9D6DD"/>
          </a:solidFill>
          <a:ln/>
        </p:spPr>
        <p:txBody>
          <a:bodyPr/>
          <a:lstStyle/>
          <a:p>
            <a:endParaRPr lang="en-GB"/>
          </a:p>
        </p:txBody>
      </p:sp>
      <p:sp>
        <p:nvSpPr>
          <p:cNvPr id="7" name="Shape 5"/>
          <p:cNvSpPr/>
          <p:nvPr/>
        </p:nvSpPr>
        <p:spPr>
          <a:xfrm>
            <a:off x="10096500" y="2529855"/>
            <a:ext cx="2184350" cy="3619500"/>
          </a:xfrm>
          <a:prstGeom prst="rect">
            <a:avLst/>
          </a:prstGeom>
          <a:solidFill>
            <a:srgbClr val="2F5F9E"/>
          </a:solidFill>
          <a:ln/>
        </p:spPr>
        <p:txBody>
          <a:bodyPr/>
          <a:lstStyle/>
          <a:p>
            <a:endParaRPr lang="en-GB"/>
          </a:p>
        </p:txBody>
      </p:sp>
      <p:sp>
        <p:nvSpPr>
          <p:cNvPr id="8" name="Shape 6"/>
          <p:cNvSpPr/>
          <p:nvPr/>
        </p:nvSpPr>
        <p:spPr>
          <a:xfrm>
            <a:off x="12528500" y="3958605"/>
            <a:ext cx="2184425" cy="2190750"/>
          </a:xfrm>
          <a:prstGeom prst="rect">
            <a:avLst/>
          </a:prstGeom>
          <a:solidFill>
            <a:srgbClr val="4A7FC1"/>
          </a:solidFill>
          <a:ln/>
        </p:spPr>
        <p:txBody>
          <a:bodyPr/>
          <a:lstStyle/>
          <a:p>
            <a:endParaRPr lang="en-GB"/>
          </a:p>
        </p:txBody>
      </p:sp>
      <p:sp>
        <p:nvSpPr>
          <p:cNvPr id="9" name="Shape 7"/>
          <p:cNvSpPr/>
          <p:nvPr/>
        </p:nvSpPr>
        <p:spPr>
          <a:xfrm>
            <a:off x="14960575" y="5006355"/>
            <a:ext cx="2184425" cy="1143000"/>
          </a:xfrm>
          <a:prstGeom prst="rect">
            <a:avLst/>
          </a:prstGeom>
          <a:solidFill>
            <a:srgbClr val="92B1D9"/>
          </a:solidFill>
          <a:ln/>
        </p:spPr>
        <p:txBody>
          <a:bodyPr/>
          <a:lstStyle/>
          <a:p>
            <a:endParaRPr lang="en-GB"/>
          </a:p>
        </p:txBody>
      </p:sp>
      <p:sp>
        <p:nvSpPr>
          <p:cNvPr id="10" name="Shape 8"/>
          <p:cNvSpPr/>
          <p:nvPr/>
        </p:nvSpPr>
        <p:spPr>
          <a:xfrm>
            <a:off x="10096500" y="5444505"/>
            <a:ext cx="7048500" cy="38100"/>
          </a:xfrm>
          <a:prstGeom prst="rect">
            <a:avLst/>
          </a:prstGeom>
          <a:solidFill>
            <a:srgbClr val="123A4C"/>
          </a:solidFill>
          <a:ln/>
        </p:spPr>
        <p:txBody>
          <a:bodyPr/>
          <a:lstStyle/>
          <a:p>
            <a:endParaRPr lang="en-GB"/>
          </a:p>
        </p:txBody>
      </p:sp>
      <p:sp>
        <p:nvSpPr>
          <p:cNvPr id="11" name="Text 9"/>
          <p:cNvSpPr/>
          <p:nvPr/>
        </p:nvSpPr>
        <p:spPr>
          <a:xfrm>
            <a:off x="10058400" y="6339855"/>
            <a:ext cx="2260550" cy="655290"/>
          </a:xfrm>
          <a:prstGeom prst="rect">
            <a:avLst/>
          </a:prstGeom>
          <a:noFill/>
          <a:ln/>
        </p:spPr>
        <p:txBody>
          <a:bodyPr wrap="square" lIns="25400" tIns="25400" rIns="25400" bIns="25400" rtlCol="0" anchor="t">
            <a:normAutofit/>
          </a:bodyPr>
          <a:lstStyle/>
          <a:p>
            <a:pPr marL="0" indent="0" algn="ctr">
              <a:lnSpc>
                <a:spcPct val="104516"/>
              </a:lnSpc>
              <a:buNone/>
            </a:pPr>
            <a:r>
              <a:rPr lang="en-US" sz="2025" dirty="0">
                <a:solidFill>
                  <a:srgbClr val="5E7480"/>
                </a:solidFill>
                <a:latin typeface="Arial" pitchFamily="34" charset="0"/>
                <a:ea typeface="Arial" pitchFamily="34" charset="-122"/>
                <a:cs typeface="Arial" pitchFamily="34" charset="-120"/>
              </a:rPr>
              <a:t>bare model</a:t>
            </a:r>
            <a:endParaRPr lang="en-US" sz="2025" dirty="0"/>
          </a:p>
        </p:txBody>
      </p:sp>
      <p:sp>
        <p:nvSpPr>
          <p:cNvPr id="12" name="Text 10"/>
          <p:cNvSpPr/>
          <p:nvPr/>
        </p:nvSpPr>
        <p:spPr>
          <a:xfrm>
            <a:off x="12490400" y="6339855"/>
            <a:ext cx="2260625" cy="655290"/>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5E7480"/>
                </a:solidFill>
                <a:latin typeface="Arial" pitchFamily="34" charset="0"/>
                <a:ea typeface="Arial" pitchFamily="34" charset="-122"/>
                <a:cs typeface="Arial" pitchFamily="34" charset="-120"/>
              </a:rPr>
              <a:t>+ grounding in your source</a:t>
            </a:r>
            <a:endParaRPr lang="en-US" sz="2025" dirty="0"/>
          </a:p>
        </p:txBody>
      </p:sp>
      <p:sp>
        <p:nvSpPr>
          <p:cNvPr id="13" name="Text 11"/>
          <p:cNvSpPr/>
          <p:nvPr/>
        </p:nvSpPr>
        <p:spPr>
          <a:xfrm>
            <a:off x="14922475" y="6339855"/>
            <a:ext cx="2260550" cy="655290"/>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5E7480"/>
                </a:solidFill>
                <a:latin typeface="Arial" pitchFamily="34" charset="0"/>
                <a:ea typeface="Arial" pitchFamily="34" charset="-122"/>
                <a:cs typeface="Arial" pitchFamily="34" charset="-120"/>
              </a:rPr>
              <a:t>+ retrieval, tools, checks</a:t>
            </a:r>
            <a:endParaRPr lang="en-US" sz="2025" dirty="0"/>
          </a:p>
        </p:txBody>
      </p:sp>
      <p:sp>
        <p:nvSpPr>
          <p:cNvPr id="14" name="Shape 12"/>
          <p:cNvSpPr/>
          <p:nvPr/>
        </p:nvSpPr>
        <p:spPr>
          <a:xfrm>
            <a:off x="10096500" y="7523783"/>
            <a:ext cx="457200" cy="38100"/>
          </a:xfrm>
          <a:prstGeom prst="rect">
            <a:avLst/>
          </a:prstGeom>
          <a:solidFill>
            <a:srgbClr val="123A4C"/>
          </a:solidFill>
          <a:ln/>
        </p:spPr>
        <p:txBody>
          <a:bodyPr/>
          <a:lstStyle/>
          <a:p>
            <a:endParaRPr lang="en-GB"/>
          </a:p>
        </p:txBody>
      </p:sp>
      <p:sp>
        <p:nvSpPr>
          <p:cNvPr id="15" name="Text 13"/>
          <p:cNvSpPr/>
          <p:nvPr/>
        </p:nvSpPr>
        <p:spPr>
          <a:xfrm>
            <a:off x="10706100" y="7395195"/>
            <a:ext cx="3961068" cy="333375"/>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23A4C"/>
                </a:solidFill>
                <a:latin typeface="Arial" pitchFamily="34" charset="0"/>
                <a:ea typeface="Arial" pitchFamily="34" charset="-122"/>
                <a:cs typeface="Arial" pitchFamily="34" charset="-120"/>
              </a:rPr>
              <a:t>The floor does not reach zero</a:t>
            </a:r>
            <a:endParaRPr lang="en-US" sz="2025" dirty="0"/>
          </a:p>
        </p:txBody>
      </p:sp>
      <p:sp>
        <p:nvSpPr>
          <p:cNvPr id="16" name="Text 14"/>
          <p:cNvSpPr/>
          <p:nvPr/>
        </p:nvSpPr>
        <p:spPr>
          <a:xfrm>
            <a:off x="10096500" y="7861920"/>
            <a:ext cx="775335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5E7480"/>
                </a:solidFill>
                <a:latin typeface="Arial" pitchFamily="34" charset="0"/>
                <a:ea typeface="Arial" pitchFamily="34" charset="-122"/>
                <a:cs typeface="Arial" pitchFamily="34" charset="-120"/>
              </a:rPr>
              <a:t>The bars move with every model release.</a:t>
            </a:r>
            <a:endParaRPr lang="en-US" sz="1875" dirty="0"/>
          </a:p>
        </p:txBody>
      </p:sp>
      <p:pic>
        <p:nvPicPr>
          <p:cNvPr id="17" name="Picture 16">
            <a:extLst>
              <a:ext uri="{FF2B5EF4-FFF2-40B4-BE49-F238E27FC236}">
                <a16:creationId xmlns:a16="http://schemas.microsoft.com/office/drawing/2014/main" id="{8F91559C-F1E9-F990-2F65-2FE732FD6A46}"/>
              </a:ext>
            </a:extLst>
          </p:cNvPr>
          <p:cNvPicPr>
            <a:picLocks noChangeAspect="1"/>
          </p:cNvPicPr>
          <p:nvPr/>
        </p:nvPicPr>
        <p:blipFill>
          <a:blip r:embed="rId3"/>
          <a:stretch>
            <a:fillRect/>
          </a:stretch>
        </p:blipFill>
        <p:spPr>
          <a:xfrm>
            <a:off x="1143000" y="7395195"/>
            <a:ext cx="5720787" cy="189364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7026555"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Detection by consistency</a:t>
            </a:r>
            <a:endParaRPr lang="en-US" sz="4350" dirty="0"/>
          </a:p>
        </p:txBody>
      </p:sp>
      <p:sp>
        <p:nvSpPr>
          <p:cNvPr id="3" name="Text 1"/>
          <p:cNvSpPr/>
          <p:nvPr/>
        </p:nvSpPr>
        <p:spPr>
          <a:xfrm>
            <a:off x="1143000" y="2000250"/>
            <a:ext cx="9025890" cy="909786"/>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2400" b="1" dirty="0">
                <a:solidFill>
                  <a:srgbClr val="123A4C"/>
                </a:solidFill>
                <a:latin typeface="Arial" pitchFamily="34" charset="0"/>
                <a:ea typeface="Arial" pitchFamily="34" charset="-122"/>
                <a:cs typeface="Arial" pitchFamily="34" charset="-120"/>
              </a:rPr>
              <a:t>SelfCheckGPT: </a:t>
            </a:r>
            <a:r>
              <a:rPr lang="en-US" sz="2400" dirty="0">
                <a:solidFill>
                  <a:srgbClr val="123A4C"/>
                </a:solidFill>
                <a:latin typeface="Arial" pitchFamily="34" charset="0"/>
                <a:ea typeface="Arial" pitchFamily="34" charset="-122"/>
                <a:cs typeface="Arial" pitchFamily="34" charset="-120"/>
              </a:rPr>
              <a:t>sample the same prompt several times and measure whether the answers agree.</a:t>
            </a:r>
            <a:endParaRPr lang="en-US" sz="2400" dirty="0"/>
          </a:p>
        </p:txBody>
      </p:sp>
      <p:sp>
        <p:nvSpPr>
          <p:cNvPr id="4" name="Text 2"/>
          <p:cNvSpPr/>
          <p:nvPr/>
        </p:nvSpPr>
        <p:spPr>
          <a:xfrm>
            <a:off x="1143000" y="3483918"/>
            <a:ext cx="1123950" cy="295275"/>
          </a:xfrm>
          <a:prstGeom prst="rect">
            <a:avLst/>
          </a:prstGeom>
          <a:noFill/>
          <a:ln/>
        </p:spPr>
        <p:txBody>
          <a:bodyPr wrap="square" lIns="25400" tIns="25400" rIns="25400" bIns="25400" rtlCol="0" anchor="t">
            <a:normAutofit lnSpcReduction="10000"/>
          </a:bodyPr>
          <a:lstStyle/>
          <a:p>
            <a:pPr marL="0" indent="0" algn="l">
              <a:buNone/>
            </a:pPr>
            <a:r>
              <a:rPr lang="en-US" sz="1733" b="1" kern="0" spc="150" dirty="0">
                <a:solidFill>
                  <a:srgbClr val="2F5F9E"/>
                </a:solidFill>
                <a:latin typeface="Arial" pitchFamily="34" charset="0"/>
                <a:ea typeface="Arial" pitchFamily="34" charset="-122"/>
                <a:cs typeface="Arial" pitchFamily="34" charset="-120"/>
              </a:rPr>
              <a:t>RUN 1</a:t>
            </a:r>
            <a:endParaRPr lang="en-US" sz="1733" dirty="0"/>
          </a:p>
        </p:txBody>
      </p:sp>
      <p:sp>
        <p:nvSpPr>
          <p:cNvPr id="5" name="Shape 3"/>
          <p:cNvSpPr/>
          <p:nvPr/>
        </p:nvSpPr>
        <p:spPr>
          <a:xfrm>
            <a:off x="2381250" y="3252936"/>
            <a:ext cx="7524750" cy="719138"/>
          </a:xfrm>
          <a:prstGeom prst="rect">
            <a:avLst/>
          </a:prstGeom>
          <a:solidFill>
            <a:srgbClr val="F1F5F7"/>
          </a:solidFill>
          <a:ln/>
        </p:spPr>
        <p:txBody>
          <a:bodyPr/>
          <a:lstStyle/>
          <a:p>
            <a:endParaRPr lang="en-GB"/>
          </a:p>
        </p:txBody>
      </p:sp>
      <p:sp>
        <p:nvSpPr>
          <p:cNvPr id="6" name="Shape 4"/>
          <p:cNvSpPr/>
          <p:nvPr/>
        </p:nvSpPr>
        <p:spPr>
          <a:xfrm>
            <a:off x="2590800" y="3405336"/>
            <a:ext cx="3468960" cy="414338"/>
          </a:xfrm>
          <a:prstGeom prst="rect">
            <a:avLst/>
          </a:prstGeom>
          <a:solidFill>
            <a:srgbClr val="F3CFC2"/>
          </a:solidFill>
          <a:ln/>
        </p:spPr>
        <p:txBody>
          <a:bodyPr/>
          <a:lstStyle/>
          <a:p>
            <a:endParaRPr lang="en-GB"/>
          </a:p>
        </p:txBody>
      </p:sp>
      <p:sp>
        <p:nvSpPr>
          <p:cNvPr id="7" name="Text 5"/>
          <p:cNvSpPr/>
          <p:nvPr/>
        </p:nvSpPr>
        <p:spPr>
          <a:xfrm>
            <a:off x="2705100" y="3443436"/>
            <a:ext cx="3344429" cy="376238"/>
          </a:xfrm>
          <a:prstGeom prst="rect">
            <a:avLst/>
          </a:prstGeom>
          <a:noFill/>
          <a:ln/>
        </p:spPr>
        <p:txBody>
          <a:bodyPr wrap="square" lIns="25400" tIns="25400" rIns="25400" bIns="25400" rtlCol="0" anchor="t">
            <a:normAutofit/>
          </a:bodyPr>
          <a:lstStyle/>
          <a:p>
            <a:pPr marL="0" indent="0" algn="l">
              <a:buNone/>
            </a:pPr>
            <a:r>
              <a:rPr lang="en-US" sz="2025" dirty="0">
                <a:solidFill>
                  <a:srgbClr val="123A4C"/>
                </a:solidFill>
                <a:latin typeface="Courier New" pitchFamily="34" charset="0"/>
                <a:ea typeface="Courier New" pitchFamily="34" charset="-122"/>
                <a:cs typeface="Courier New" pitchFamily="34" charset="-120"/>
              </a:rPr>
              <a:t>Lancet 394, 1712–1721</a:t>
            </a:r>
            <a:endParaRPr lang="en-US" sz="2025" dirty="0"/>
          </a:p>
        </p:txBody>
      </p:sp>
      <p:sp>
        <p:nvSpPr>
          <p:cNvPr id="8" name="Text 6"/>
          <p:cNvSpPr/>
          <p:nvPr/>
        </p:nvSpPr>
        <p:spPr>
          <a:xfrm>
            <a:off x="1143000" y="4336405"/>
            <a:ext cx="1123950" cy="295275"/>
          </a:xfrm>
          <a:prstGeom prst="rect">
            <a:avLst/>
          </a:prstGeom>
          <a:noFill/>
          <a:ln/>
        </p:spPr>
        <p:txBody>
          <a:bodyPr wrap="square" lIns="25400" tIns="25400" rIns="25400" bIns="25400" rtlCol="0" anchor="t">
            <a:normAutofit lnSpcReduction="10000"/>
          </a:bodyPr>
          <a:lstStyle/>
          <a:p>
            <a:pPr marL="0" indent="0" algn="l">
              <a:buNone/>
            </a:pPr>
            <a:r>
              <a:rPr lang="en-US" sz="1733" b="1" kern="0" spc="150" dirty="0">
                <a:solidFill>
                  <a:srgbClr val="2F5F9E"/>
                </a:solidFill>
                <a:latin typeface="Arial" pitchFamily="34" charset="0"/>
                <a:ea typeface="Arial" pitchFamily="34" charset="-122"/>
                <a:cs typeface="Arial" pitchFamily="34" charset="-120"/>
              </a:rPr>
              <a:t>RUN 2</a:t>
            </a:r>
            <a:endParaRPr lang="en-US" sz="1733" dirty="0"/>
          </a:p>
        </p:txBody>
      </p:sp>
      <p:sp>
        <p:nvSpPr>
          <p:cNvPr id="9" name="Shape 7"/>
          <p:cNvSpPr/>
          <p:nvPr/>
        </p:nvSpPr>
        <p:spPr>
          <a:xfrm>
            <a:off x="2381250" y="4105424"/>
            <a:ext cx="7524750" cy="719138"/>
          </a:xfrm>
          <a:prstGeom prst="rect">
            <a:avLst/>
          </a:prstGeom>
          <a:solidFill>
            <a:srgbClr val="F1F5F7"/>
          </a:solidFill>
          <a:ln/>
        </p:spPr>
        <p:txBody>
          <a:bodyPr/>
          <a:lstStyle/>
          <a:p>
            <a:endParaRPr lang="en-GB"/>
          </a:p>
        </p:txBody>
      </p:sp>
      <p:sp>
        <p:nvSpPr>
          <p:cNvPr id="10" name="Shape 8"/>
          <p:cNvSpPr/>
          <p:nvPr/>
        </p:nvSpPr>
        <p:spPr>
          <a:xfrm>
            <a:off x="2590800" y="4257824"/>
            <a:ext cx="3160365" cy="414338"/>
          </a:xfrm>
          <a:prstGeom prst="rect">
            <a:avLst/>
          </a:prstGeom>
          <a:solidFill>
            <a:srgbClr val="F3CFC2"/>
          </a:solidFill>
          <a:ln/>
        </p:spPr>
        <p:txBody>
          <a:bodyPr/>
          <a:lstStyle/>
          <a:p>
            <a:endParaRPr lang="en-GB"/>
          </a:p>
        </p:txBody>
      </p:sp>
      <p:sp>
        <p:nvSpPr>
          <p:cNvPr id="11" name="Text 9"/>
          <p:cNvSpPr/>
          <p:nvPr/>
        </p:nvSpPr>
        <p:spPr>
          <a:xfrm>
            <a:off x="2705100" y="4295924"/>
            <a:ext cx="3026576" cy="376238"/>
          </a:xfrm>
          <a:prstGeom prst="rect">
            <a:avLst/>
          </a:prstGeom>
          <a:noFill/>
          <a:ln/>
        </p:spPr>
        <p:txBody>
          <a:bodyPr wrap="square" lIns="25400" tIns="25400" rIns="25400" bIns="25400" rtlCol="0" anchor="t">
            <a:normAutofit/>
          </a:bodyPr>
          <a:lstStyle/>
          <a:p>
            <a:pPr marL="0" indent="0" algn="l">
              <a:buNone/>
            </a:pPr>
            <a:r>
              <a:rPr lang="en-US" sz="2025" dirty="0">
                <a:solidFill>
                  <a:srgbClr val="123A4C"/>
                </a:solidFill>
                <a:latin typeface="Courier New" pitchFamily="34" charset="0"/>
                <a:ea typeface="Courier New" pitchFamily="34" charset="-122"/>
                <a:cs typeface="Courier New" pitchFamily="34" charset="-120"/>
              </a:rPr>
              <a:t>NEJM 381, 2103–2114</a:t>
            </a:r>
            <a:endParaRPr lang="en-US" sz="2025" dirty="0"/>
          </a:p>
        </p:txBody>
      </p:sp>
      <p:sp>
        <p:nvSpPr>
          <p:cNvPr id="12" name="Text 10"/>
          <p:cNvSpPr/>
          <p:nvPr/>
        </p:nvSpPr>
        <p:spPr>
          <a:xfrm>
            <a:off x="1143000" y="5188893"/>
            <a:ext cx="1123950" cy="295275"/>
          </a:xfrm>
          <a:prstGeom prst="rect">
            <a:avLst/>
          </a:prstGeom>
          <a:noFill/>
          <a:ln/>
        </p:spPr>
        <p:txBody>
          <a:bodyPr wrap="square" lIns="25400" tIns="25400" rIns="25400" bIns="25400" rtlCol="0" anchor="t">
            <a:normAutofit lnSpcReduction="10000"/>
          </a:bodyPr>
          <a:lstStyle/>
          <a:p>
            <a:pPr marL="0" indent="0" algn="l">
              <a:buNone/>
            </a:pPr>
            <a:r>
              <a:rPr lang="en-US" sz="1733" b="1" kern="0" spc="150" dirty="0">
                <a:solidFill>
                  <a:srgbClr val="2F5F9E"/>
                </a:solidFill>
                <a:latin typeface="Arial" pitchFamily="34" charset="0"/>
                <a:ea typeface="Arial" pitchFamily="34" charset="-122"/>
                <a:cs typeface="Arial" pitchFamily="34" charset="-120"/>
              </a:rPr>
              <a:t>RUN 3</a:t>
            </a:r>
            <a:endParaRPr lang="en-US" sz="1733" dirty="0"/>
          </a:p>
        </p:txBody>
      </p:sp>
      <p:sp>
        <p:nvSpPr>
          <p:cNvPr id="13" name="Shape 11"/>
          <p:cNvSpPr/>
          <p:nvPr/>
        </p:nvSpPr>
        <p:spPr>
          <a:xfrm>
            <a:off x="2381250" y="4957911"/>
            <a:ext cx="7524750" cy="719138"/>
          </a:xfrm>
          <a:prstGeom prst="rect">
            <a:avLst/>
          </a:prstGeom>
          <a:solidFill>
            <a:srgbClr val="F1F5F7"/>
          </a:solidFill>
          <a:ln/>
        </p:spPr>
        <p:txBody>
          <a:bodyPr/>
          <a:lstStyle/>
          <a:p>
            <a:endParaRPr lang="en-GB"/>
          </a:p>
        </p:txBody>
      </p:sp>
      <p:sp>
        <p:nvSpPr>
          <p:cNvPr id="14" name="Shape 12"/>
          <p:cNvSpPr/>
          <p:nvPr/>
        </p:nvSpPr>
        <p:spPr>
          <a:xfrm>
            <a:off x="2590800" y="5110311"/>
            <a:ext cx="4086225" cy="414338"/>
          </a:xfrm>
          <a:prstGeom prst="rect">
            <a:avLst/>
          </a:prstGeom>
          <a:solidFill>
            <a:srgbClr val="F3CFC2"/>
          </a:solidFill>
          <a:ln/>
        </p:spPr>
        <p:txBody>
          <a:bodyPr/>
          <a:lstStyle/>
          <a:p>
            <a:endParaRPr lang="en-GB"/>
          </a:p>
        </p:txBody>
      </p:sp>
      <p:sp>
        <p:nvSpPr>
          <p:cNvPr id="15" name="Text 13"/>
          <p:cNvSpPr/>
          <p:nvPr/>
        </p:nvSpPr>
        <p:spPr>
          <a:xfrm>
            <a:off x="2705100" y="5148411"/>
            <a:ext cx="3980212" cy="376238"/>
          </a:xfrm>
          <a:prstGeom prst="rect">
            <a:avLst/>
          </a:prstGeom>
          <a:noFill/>
          <a:ln/>
        </p:spPr>
        <p:txBody>
          <a:bodyPr wrap="square" lIns="25400" tIns="25400" rIns="25400" bIns="25400" rtlCol="0" anchor="t">
            <a:normAutofit/>
          </a:bodyPr>
          <a:lstStyle/>
          <a:p>
            <a:pPr marL="0" indent="0" algn="l">
              <a:buNone/>
            </a:pPr>
            <a:r>
              <a:rPr lang="en-US" sz="2025" dirty="0">
                <a:solidFill>
                  <a:srgbClr val="123A4C"/>
                </a:solidFill>
                <a:latin typeface="Courier New" pitchFamily="34" charset="0"/>
                <a:ea typeface="Courier New" pitchFamily="34" charset="-122"/>
                <a:cs typeface="Courier New" pitchFamily="34" charset="-120"/>
              </a:rPr>
              <a:t>Diabetes Care 42, 731–740</a:t>
            </a:r>
            <a:endParaRPr lang="en-US" sz="2025" dirty="0"/>
          </a:p>
        </p:txBody>
      </p:sp>
      <p:sp>
        <p:nvSpPr>
          <p:cNvPr id="16" name="Text 14"/>
          <p:cNvSpPr/>
          <p:nvPr/>
        </p:nvSpPr>
        <p:spPr>
          <a:xfrm>
            <a:off x="1418273" y="6359133"/>
            <a:ext cx="9025890" cy="2322904"/>
          </a:xfrm>
          <a:prstGeom prst="rect">
            <a:avLst/>
          </a:prstGeom>
          <a:noFill/>
          <a:ln/>
        </p:spPr>
        <p:txBody>
          <a:bodyPr wrap="square" lIns="25400" tIns="25400" rIns="25400" bIns="25400" rtlCol="0" anchor="t">
            <a:normAutofit fontScale="92500" lnSpcReduction="10000"/>
          </a:bodyPr>
          <a:lstStyle/>
          <a:p>
            <a:pPr marL="0" indent="0" algn="l">
              <a:lnSpc>
                <a:spcPct val="116757"/>
              </a:lnSpc>
              <a:buNone/>
            </a:pPr>
            <a:r>
              <a:rPr lang="en-US" sz="2400" dirty="0">
                <a:solidFill>
                  <a:srgbClr val="5E7480"/>
                </a:solidFill>
                <a:latin typeface="Arial" pitchFamily="34" charset="0"/>
                <a:ea typeface="Arial" pitchFamily="34" charset="-122"/>
                <a:cs typeface="Arial" pitchFamily="34" charset="-120"/>
              </a:rPr>
              <a:t>Scored by </a:t>
            </a:r>
          </a:p>
          <a:p>
            <a:pPr marL="342900" indent="-342900" algn="l">
              <a:lnSpc>
                <a:spcPct val="116757"/>
              </a:lnSpc>
              <a:buFont typeface="Arial" panose="020B0604020202020204" pitchFamily="34" charset="0"/>
              <a:buChar char="•"/>
            </a:pPr>
            <a:r>
              <a:rPr lang="en-US" sz="2400" dirty="0" err="1">
                <a:solidFill>
                  <a:srgbClr val="5E7480"/>
                </a:solidFill>
                <a:latin typeface="Arial" pitchFamily="34" charset="0"/>
                <a:ea typeface="Arial" pitchFamily="34" charset="-122"/>
                <a:cs typeface="Arial" pitchFamily="34" charset="-120"/>
              </a:rPr>
              <a:t>BERTScore</a:t>
            </a:r>
            <a:endParaRPr lang="en-US" sz="2400" dirty="0">
              <a:solidFill>
                <a:srgbClr val="5E7480"/>
              </a:solidFill>
              <a:latin typeface="Arial" pitchFamily="34" charset="0"/>
              <a:ea typeface="Arial" pitchFamily="34" charset="-122"/>
              <a:cs typeface="Arial" pitchFamily="34" charset="-120"/>
            </a:endParaRPr>
          </a:p>
          <a:p>
            <a:pPr marL="342900" indent="-342900" algn="l">
              <a:lnSpc>
                <a:spcPct val="116757"/>
              </a:lnSpc>
              <a:buFont typeface="Arial" panose="020B0604020202020204" pitchFamily="34" charset="0"/>
              <a:buChar char="•"/>
            </a:pPr>
            <a:r>
              <a:rPr lang="en-US" sz="2400" dirty="0">
                <a:solidFill>
                  <a:srgbClr val="5E7480"/>
                </a:solidFill>
                <a:latin typeface="Arial" pitchFamily="34" charset="0"/>
                <a:ea typeface="Arial" pitchFamily="34" charset="-122"/>
                <a:cs typeface="Arial" pitchFamily="34" charset="-120"/>
              </a:rPr>
              <a:t>QA</a:t>
            </a:r>
          </a:p>
          <a:p>
            <a:pPr marL="342900" indent="-342900" algn="l">
              <a:lnSpc>
                <a:spcPct val="116757"/>
              </a:lnSpc>
              <a:buFont typeface="Arial" panose="020B0604020202020204" pitchFamily="34" charset="0"/>
              <a:buChar char="•"/>
            </a:pPr>
            <a:r>
              <a:rPr lang="en-US" sz="2400" dirty="0">
                <a:solidFill>
                  <a:srgbClr val="5E7480"/>
                </a:solidFill>
                <a:latin typeface="Arial" pitchFamily="34" charset="0"/>
                <a:ea typeface="Arial" pitchFamily="34" charset="-122"/>
                <a:cs typeface="Arial" pitchFamily="34" charset="-120"/>
              </a:rPr>
              <a:t>n-gram overlap</a:t>
            </a:r>
          </a:p>
          <a:p>
            <a:pPr marL="342900" indent="-342900" algn="l">
              <a:lnSpc>
                <a:spcPct val="116757"/>
              </a:lnSpc>
              <a:buFont typeface="Arial" panose="020B0604020202020204" pitchFamily="34" charset="0"/>
              <a:buChar char="•"/>
            </a:pPr>
            <a:r>
              <a:rPr lang="en-US" sz="2400" dirty="0">
                <a:solidFill>
                  <a:srgbClr val="5E7480"/>
                </a:solidFill>
                <a:latin typeface="Arial" pitchFamily="34" charset="0"/>
                <a:ea typeface="Arial" pitchFamily="34" charset="-122"/>
                <a:cs typeface="Arial" pitchFamily="34" charset="-120"/>
              </a:rPr>
              <a:t> NL inference</a:t>
            </a:r>
          </a:p>
          <a:p>
            <a:pPr marL="342900" indent="-342900" algn="l">
              <a:lnSpc>
                <a:spcPct val="116757"/>
              </a:lnSpc>
              <a:buFont typeface="Arial" panose="020B0604020202020204" pitchFamily="34" charset="0"/>
              <a:buChar char="•"/>
            </a:pPr>
            <a:r>
              <a:rPr lang="en-US" sz="2400" dirty="0">
                <a:solidFill>
                  <a:srgbClr val="5E7480"/>
                </a:solidFill>
                <a:latin typeface="Arial" pitchFamily="34" charset="0"/>
                <a:ea typeface="Arial" pitchFamily="34" charset="-122"/>
                <a:cs typeface="Arial" pitchFamily="34" charset="-120"/>
              </a:rPr>
              <a:t>prompting the model itself.</a:t>
            </a:r>
            <a:endParaRPr lang="en-US" sz="2400" dirty="0"/>
          </a:p>
        </p:txBody>
      </p:sp>
      <p:sp>
        <p:nvSpPr>
          <p:cNvPr id="17" name="Text 15"/>
          <p:cNvSpPr/>
          <p:nvPr/>
        </p:nvSpPr>
        <p:spPr>
          <a:xfrm>
            <a:off x="10782300" y="4510252"/>
            <a:ext cx="7255635" cy="414338"/>
          </a:xfrm>
          <a:prstGeom prst="rect">
            <a:avLst/>
          </a:prstGeom>
          <a:noFill/>
          <a:ln/>
        </p:spPr>
        <p:txBody>
          <a:bodyPr wrap="square" lIns="25400" tIns="25400" rIns="25400" bIns="25400" rtlCol="0" anchor="t">
            <a:normAutofit lnSpcReduction="10000"/>
          </a:bodyPr>
          <a:lstStyle/>
          <a:p>
            <a:pPr marL="0" indent="0" algn="l">
              <a:buNone/>
            </a:pPr>
            <a:r>
              <a:rPr lang="en-US" sz="2400" dirty="0">
                <a:solidFill>
                  <a:srgbClr val="C00000"/>
                </a:solidFill>
                <a:latin typeface="Arial" pitchFamily="34" charset="0"/>
                <a:ea typeface="Arial" pitchFamily="34" charset="-122"/>
                <a:cs typeface="Arial" pitchFamily="34" charset="-120"/>
              </a:rPr>
              <a:t>Cost: </a:t>
            </a:r>
            <a:r>
              <a:rPr lang="en-US" sz="2400" i="1" dirty="0">
                <a:solidFill>
                  <a:srgbClr val="C00000"/>
                </a:solidFill>
                <a:latin typeface="Arial" pitchFamily="34" charset="0"/>
                <a:ea typeface="Arial" pitchFamily="34" charset="-122"/>
                <a:cs typeface="Arial" pitchFamily="34" charset="-120"/>
              </a:rPr>
              <a:t>n</a:t>
            </a:r>
            <a:r>
              <a:rPr lang="en-US" sz="2400" dirty="0">
                <a:solidFill>
                  <a:srgbClr val="C00000"/>
                </a:solidFill>
                <a:latin typeface="Arial" pitchFamily="34" charset="0"/>
                <a:ea typeface="Arial" pitchFamily="34" charset="-122"/>
                <a:cs typeface="Arial" pitchFamily="34" charset="-120"/>
              </a:rPr>
              <a:t>× inference, useful for black-box models</a:t>
            </a:r>
            <a:endParaRPr lang="en-US" sz="2400" dirty="0">
              <a:solidFill>
                <a:srgbClr val="C00000"/>
              </a:solidFill>
            </a:endParaRPr>
          </a:p>
        </p:txBody>
      </p:sp>
      <p:sp>
        <p:nvSpPr>
          <p:cNvPr id="18" name="Shape 16"/>
          <p:cNvSpPr/>
          <p:nvPr/>
        </p:nvSpPr>
        <p:spPr>
          <a:xfrm>
            <a:off x="10923288" y="5978430"/>
            <a:ext cx="6477000" cy="2847975"/>
          </a:xfrm>
          <a:prstGeom prst="rect">
            <a:avLst/>
          </a:prstGeom>
          <a:ln w="28575">
            <a:solidFill>
              <a:srgbClr val="4A7FC1"/>
            </a:solidFill>
            <a:prstDash val="solid"/>
          </a:ln>
        </p:spPr>
        <p:txBody>
          <a:bodyPr/>
          <a:lstStyle/>
          <a:p>
            <a:endParaRPr lang="en-GB"/>
          </a:p>
        </p:txBody>
      </p:sp>
      <p:sp>
        <p:nvSpPr>
          <p:cNvPr id="19" name="Text 17"/>
          <p:cNvSpPr/>
          <p:nvPr/>
        </p:nvSpPr>
        <p:spPr>
          <a:xfrm>
            <a:off x="11370963" y="6388005"/>
            <a:ext cx="6139815" cy="295275"/>
          </a:xfrm>
          <a:prstGeom prst="rect">
            <a:avLst/>
          </a:prstGeom>
          <a:noFill/>
          <a:ln/>
        </p:spPr>
        <p:txBody>
          <a:bodyPr wrap="square" lIns="25400" tIns="25400" rIns="25400" bIns="25400" rtlCol="0" anchor="t">
            <a:normAutofit lnSpcReduction="10000"/>
          </a:bodyPr>
          <a:lstStyle/>
          <a:p>
            <a:pPr marL="0" indent="0" algn="l">
              <a:buNone/>
            </a:pPr>
            <a:r>
              <a:rPr lang="en-US" sz="1733" b="1" kern="0" spc="150" dirty="0">
                <a:solidFill>
                  <a:srgbClr val="2F5F9E"/>
                </a:solidFill>
                <a:latin typeface="Arial" pitchFamily="34" charset="0"/>
                <a:ea typeface="Arial" pitchFamily="34" charset="-122"/>
                <a:cs typeface="Arial" pitchFamily="34" charset="-120"/>
              </a:rPr>
              <a:t>DO IT BY HAND</a:t>
            </a:r>
            <a:endParaRPr lang="en-US" sz="1733" dirty="0"/>
          </a:p>
        </p:txBody>
      </p:sp>
      <p:sp>
        <p:nvSpPr>
          <p:cNvPr id="20" name="Text 18"/>
          <p:cNvSpPr/>
          <p:nvPr/>
        </p:nvSpPr>
        <p:spPr>
          <a:xfrm>
            <a:off x="11370963" y="6816630"/>
            <a:ext cx="5749100" cy="1638300"/>
          </a:xfrm>
          <a:prstGeom prst="rect">
            <a:avLst/>
          </a:prstGeom>
          <a:noFill/>
          <a:ln/>
        </p:spPr>
        <p:txBody>
          <a:bodyPr wrap="square" lIns="25400" tIns="25400" rIns="25400" bIns="25400" rtlCol="0" anchor="t">
            <a:normAutofit lnSpcReduction="10000"/>
          </a:bodyPr>
          <a:lstStyle/>
          <a:p>
            <a:pPr marL="0" indent="0" algn="l">
              <a:lnSpc>
                <a:spcPct val="121739"/>
              </a:lnSpc>
              <a:buNone/>
            </a:pPr>
            <a:r>
              <a:rPr lang="en-US" sz="2250" dirty="0">
                <a:solidFill>
                  <a:srgbClr val="123A4C"/>
                </a:solidFill>
                <a:latin typeface="Arial" pitchFamily="34" charset="0"/>
                <a:ea typeface="Arial" pitchFamily="34" charset="-122"/>
                <a:cs typeface="Arial" pitchFamily="34" charset="-120"/>
              </a:rPr>
              <a:t>Ask it in three fresh chats and compare by eye. No scoring needed. When it knows the answer, the repeats agree; when it's making something up, they usually don't.</a:t>
            </a:r>
            <a:endParaRPr lang="en-US" sz="2250" dirty="0"/>
          </a:p>
        </p:txBody>
      </p:sp>
      <p:sp>
        <p:nvSpPr>
          <p:cNvPr id="21" name="Text 19"/>
          <p:cNvSpPr/>
          <p:nvPr/>
        </p:nvSpPr>
        <p:spPr>
          <a:xfrm>
            <a:off x="1143000" y="9534525"/>
            <a:ext cx="7417088" cy="333375"/>
          </a:xfrm>
          <a:prstGeom prst="rect">
            <a:avLst/>
          </a:prstGeom>
          <a:noFill/>
          <a:ln/>
        </p:spPr>
        <p:txBody>
          <a:bodyPr wrap="square" lIns="25400" tIns="25400" rIns="25400" bIns="25400" rtlCol="0" anchor="t">
            <a:normAutofit lnSpcReduction="10000"/>
          </a:bodyPr>
          <a:lstStyle/>
          <a:p>
            <a:pPr marL="0" indent="0" algn="l">
              <a:buNone/>
            </a:pPr>
            <a:r>
              <a:rPr lang="en-US" sz="2025" dirty="0">
                <a:solidFill>
                  <a:srgbClr val="5E7480"/>
                </a:solidFill>
                <a:latin typeface="Arial" pitchFamily="34" charset="0"/>
                <a:ea typeface="Arial" pitchFamily="34" charset="-122"/>
                <a:cs typeface="Arial" pitchFamily="34" charset="-120"/>
              </a:rPr>
              <a:t>Manakul, Liusie &amp; Gales (2023), EMNLP, arXiv:2303.08896</a:t>
            </a:r>
            <a:endParaRPr lang="en-US" sz="2025" dirty="0"/>
          </a:p>
        </p:txBody>
      </p:sp>
      <p:pic>
        <p:nvPicPr>
          <p:cNvPr id="22" name="Picture 21">
            <a:extLst>
              <a:ext uri="{FF2B5EF4-FFF2-40B4-BE49-F238E27FC236}">
                <a16:creationId xmlns:a16="http://schemas.microsoft.com/office/drawing/2014/main" id="{79E28959-CFB3-74F7-2BA6-503AF3DB22AF}"/>
              </a:ext>
            </a:extLst>
          </p:cNvPr>
          <p:cNvPicPr>
            <a:picLocks noChangeAspect="1"/>
          </p:cNvPicPr>
          <p:nvPr/>
        </p:nvPicPr>
        <p:blipFill>
          <a:blip r:embed="rId3"/>
          <a:srcRect r="1668"/>
          <a:stretch>
            <a:fillRect/>
          </a:stretch>
        </p:blipFill>
        <p:spPr>
          <a:xfrm>
            <a:off x="10782300" y="2104372"/>
            <a:ext cx="6617988" cy="171106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5367181"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Uncertainty signals</a:t>
            </a:r>
            <a:endParaRPr lang="en-US" sz="4350" dirty="0"/>
          </a:p>
        </p:txBody>
      </p:sp>
      <p:sp>
        <p:nvSpPr>
          <p:cNvPr id="3" name="Text 1"/>
          <p:cNvSpPr/>
          <p:nvPr/>
        </p:nvSpPr>
        <p:spPr>
          <a:xfrm>
            <a:off x="1143000" y="2190750"/>
            <a:ext cx="8437245" cy="2780109"/>
          </a:xfrm>
          <a:prstGeom prst="rect">
            <a:avLst/>
          </a:prstGeom>
          <a:noFill/>
          <a:ln/>
        </p:spPr>
        <p:txBody>
          <a:bodyPr wrap="square" lIns="25400" tIns="25400" rIns="25400" bIns="25400" rtlCol="0" anchor="t">
            <a:normAutofit/>
          </a:bodyPr>
          <a:lstStyle/>
          <a:p>
            <a:pPr marL="0" indent="0" algn="l">
              <a:lnSpc>
                <a:spcPct val="123676"/>
              </a:lnSpc>
              <a:buNone/>
            </a:pPr>
            <a:r>
              <a:rPr lang="en-US" sz="2400" dirty="0">
                <a:solidFill>
                  <a:srgbClr val="123A4C"/>
                </a:solidFill>
                <a:latin typeface="Arial" pitchFamily="34" charset="0"/>
                <a:ea typeface="Arial" pitchFamily="34" charset="-122"/>
                <a:cs typeface="Arial" pitchFamily="34" charset="-120"/>
              </a:rPr>
              <a:t>Where the API exposes them: </a:t>
            </a:r>
          </a:p>
          <a:p>
            <a:pPr marL="342900" indent="-342900" algn="l">
              <a:lnSpc>
                <a:spcPct val="123676"/>
              </a:lnSpc>
              <a:buFont typeface="Arial" panose="020B0604020202020204" pitchFamily="34" charset="0"/>
              <a:buChar char="•"/>
            </a:pPr>
            <a:r>
              <a:rPr lang="en-US" sz="2400" b="1" dirty="0">
                <a:solidFill>
                  <a:srgbClr val="123A4C"/>
                </a:solidFill>
                <a:latin typeface="Arial" pitchFamily="34" charset="0"/>
                <a:ea typeface="Arial" pitchFamily="34" charset="-122"/>
                <a:cs typeface="Arial" pitchFamily="34" charset="-120"/>
              </a:rPr>
              <a:t>log probabilities</a:t>
            </a:r>
            <a:endParaRPr lang="en-US" sz="2400" dirty="0">
              <a:solidFill>
                <a:srgbClr val="123A4C"/>
              </a:solidFill>
              <a:latin typeface="Arial" pitchFamily="34" charset="0"/>
              <a:ea typeface="Arial" pitchFamily="34" charset="-122"/>
              <a:cs typeface="Arial" pitchFamily="34" charset="-120"/>
            </a:endParaRPr>
          </a:p>
          <a:p>
            <a:pPr marL="342900" indent="-342900" algn="l">
              <a:lnSpc>
                <a:spcPct val="123676"/>
              </a:lnSpc>
              <a:buFont typeface="Arial" panose="020B0604020202020204" pitchFamily="34" charset="0"/>
              <a:buChar char="•"/>
            </a:pPr>
            <a:r>
              <a:rPr lang="en-US" sz="2400" dirty="0">
                <a:solidFill>
                  <a:srgbClr val="123A4C"/>
                </a:solidFill>
                <a:latin typeface="Arial" pitchFamily="34" charset="0"/>
                <a:ea typeface="Arial" pitchFamily="34" charset="-122"/>
                <a:cs typeface="Arial" pitchFamily="34" charset="-120"/>
              </a:rPr>
              <a:t>hidden-state and attention scores</a:t>
            </a:r>
          </a:p>
          <a:p>
            <a:pPr marL="342900" indent="-342900" algn="l">
              <a:lnSpc>
                <a:spcPct val="123676"/>
              </a:lnSpc>
              <a:buFont typeface="Arial" panose="020B0604020202020204" pitchFamily="34" charset="0"/>
              <a:buChar char="•"/>
            </a:pPr>
            <a:r>
              <a:rPr lang="en-US" sz="2400" dirty="0">
                <a:solidFill>
                  <a:srgbClr val="123A4C"/>
                </a:solidFill>
                <a:latin typeface="Arial" pitchFamily="34" charset="0"/>
                <a:ea typeface="Arial" pitchFamily="34" charset="-122"/>
                <a:cs typeface="Arial" pitchFamily="34" charset="-120"/>
              </a:rPr>
              <a:t>embedding similarity between the answer and its source</a:t>
            </a:r>
            <a:endParaRPr lang="en-US" sz="2400" dirty="0"/>
          </a:p>
        </p:txBody>
      </p:sp>
      <p:sp>
        <p:nvSpPr>
          <p:cNvPr id="4" name="Text 2"/>
          <p:cNvSpPr/>
          <p:nvPr/>
        </p:nvSpPr>
        <p:spPr>
          <a:xfrm>
            <a:off x="1143000" y="5266061"/>
            <a:ext cx="8437245" cy="909786"/>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2400" b="1" dirty="0">
                <a:solidFill>
                  <a:srgbClr val="123A4C"/>
                </a:solidFill>
                <a:latin typeface="Arial" pitchFamily="34" charset="0"/>
                <a:ea typeface="Arial" pitchFamily="34" charset="-122"/>
                <a:cs typeface="Arial" pitchFamily="34" charset="-120"/>
              </a:rPr>
              <a:t>Semantic entropy </a:t>
            </a:r>
            <a:r>
              <a:rPr lang="en-US" sz="2400" dirty="0">
                <a:solidFill>
                  <a:srgbClr val="123A4C"/>
                </a:solidFill>
                <a:latin typeface="Arial" pitchFamily="34" charset="0"/>
                <a:ea typeface="Arial" pitchFamily="34" charset="-122"/>
                <a:cs typeface="Arial" pitchFamily="34" charset="-120"/>
              </a:rPr>
              <a:t>clusters repeated samples by </a:t>
            </a:r>
            <a:r>
              <a:rPr lang="en-US" sz="2400" i="1" dirty="0">
                <a:solidFill>
                  <a:srgbClr val="123A4C"/>
                </a:solidFill>
                <a:latin typeface="Arial" pitchFamily="34" charset="0"/>
                <a:ea typeface="Arial" pitchFamily="34" charset="-122"/>
                <a:cs typeface="Arial" pitchFamily="34" charset="-120"/>
              </a:rPr>
              <a:t>meaning </a:t>
            </a:r>
            <a:r>
              <a:rPr lang="en-US" sz="2400" dirty="0">
                <a:solidFill>
                  <a:srgbClr val="123A4C"/>
                </a:solidFill>
                <a:latin typeface="Arial" pitchFamily="34" charset="0"/>
                <a:ea typeface="Arial" pitchFamily="34" charset="-122"/>
                <a:cs typeface="Arial" pitchFamily="34" charset="-120"/>
              </a:rPr>
              <a:t>rather than wording, and flags the ones that scatter.</a:t>
            </a:r>
            <a:endParaRPr lang="en-US" sz="2400" dirty="0"/>
          </a:p>
        </p:txBody>
      </p:sp>
      <p:sp>
        <p:nvSpPr>
          <p:cNvPr id="14" name="Text 12"/>
          <p:cNvSpPr/>
          <p:nvPr/>
        </p:nvSpPr>
        <p:spPr>
          <a:xfrm>
            <a:off x="10287000" y="2192624"/>
            <a:ext cx="7071102" cy="1350713"/>
          </a:xfrm>
          <a:prstGeom prst="rect">
            <a:avLst/>
          </a:prstGeom>
          <a:noFill/>
          <a:ln/>
        </p:spPr>
        <p:txBody>
          <a:bodyPr wrap="square" lIns="25400" tIns="25400" rIns="25400" bIns="25400" rtlCol="0" anchor="t">
            <a:normAutofit/>
          </a:bodyPr>
          <a:lstStyle/>
          <a:p>
            <a:r>
              <a:rPr lang="en-US" sz="2200" b="1">
                <a:solidFill>
                  <a:srgbClr val="123A4C"/>
                </a:solidFill>
                <a:latin typeface="Arial"/>
                <a:ea typeface="Arial" pitchFamily="34" charset="-122"/>
                <a:cs typeface="Arial"/>
              </a:rPr>
              <a:t>Token probability tells you how confident the model is in its </a:t>
            </a:r>
            <a:r>
              <a:rPr lang="en-US" sz="2200" b="1" i="1">
                <a:solidFill>
                  <a:srgbClr val="123A4C"/>
                </a:solidFill>
                <a:latin typeface="Arial"/>
                <a:ea typeface="Arial" pitchFamily="34" charset="-122"/>
                <a:cs typeface="Arial"/>
              </a:rPr>
              <a:t>wording</a:t>
            </a:r>
            <a:r>
              <a:rPr lang="en-US" sz="2200" b="1">
                <a:solidFill>
                  <a:srgbClr val="123A4C"/>
                </a:solidFill>
                <a:latin typeface="Arial"/>
                <a:ea typeface="Arial" pitchFamily="34" charset="-122"/>
                <a:cs typeface="Arial"/>
              </a:rPr>
              <a:t>, not in whether the fact is true.</a:t>
            </a:r>
            <a:endParaRPr lang="en-US" sz="2200">
              <a:latin typeface="Arial"/>
              <a:ea typeface="Calibri"/>
              <a:cs typeface="Arial"/>
            </a:endParaRPr>
          </a:p>
          <a:p>
            <a:pPr marL="0" indent="0" algn="l">
              <a:buNone/>
            </a:pPr>
            <a:endParaRPr lang="en-US" sz="2400" dirty="0"/>
          </a:p>
        </p:txBody>
      </p:sp>
      <p:sp>
        <p:nvSpPr>
          <p:cNvPr id="16" name="Text 14"/>
          <p:cNvSpPr/>
          <p:nvPr/>
        </p:nvSpPr>
        <p:spPr>
          <a:xfrm>
            <a:off x="1143000" y="9604633"/>
            <a:ext cx="17602200" cy="314325"/>
          </a:xfrm>
          <a:prstGeom prst="rect">
            <a:avLst/>
          </a:prstGeom>
          <a:noFill/>
          <a:ln/>
        </p:spPr>
        <p:txBody>
          <a:bodyPr wrap="square" lIns="25400" tIns="25400" rIns="25400" bIns="25400" rtlCol="0" anchor="t">
            <a:normAutofit lnSpcReduction="10000"/>
          </a:bodyPr>
          <a:lstStyle/>
          <a:p>
            <a:pPr marL="0" indent="0" algn="l">
              <a:buNone/>
            </a:pPr>
            <a:r>
              <a:rPr lang="en-US" sz="1875" dirty="0">
                <a:solidFill>
                  <a:srgbClr val="5E7480"/>
                </a:solidFill>
                <a:latin typeface="Arial" pitchFamily="34" charset="0"/>
                <a:ea typeface="Arial" pitchFamily="34" charset="-122"/>
                <a:cs typeface="Arial" pitchFamily="34" charset="-120"/>
              </a:rPr>
              <a:t>Farquhar, Kossen, Kuhn &amp; Gal (2024), </a:t>
            </a:r>
            <a:r>
              <a:rPr lang="en-US" sz="1875" i="1" dirty="0">
                <a:solidFill>
                  <a:srgbClr val="5E7480"/>
                </a:solidFill>
                <a:latin typeface="Arial" pitchFamily="34" charset="0"/>
                <a:ea typeface="Arial" pitchFamily="34" charset="-122"/>
                <a:cs typeface="Arial" pitchFamily="34" charset="-120"/>
              </a:rPr>
              <a:t>Nature </a:t>
            </a:r>
            <a:r>
              <a:rPr lang="en-US" sz="1875" dirty="0">
                <a:solidFill>
                  <a:srgbClr val="5E7480"/>
                </a:solidFill>
                <a:latin typeface="Arial" pitchFamily="34" charset="0"/>
                <a:ea typeface="Arial" pitchFamily="34" charset="-122"/>
                <a:cs typeface="Arial" pitchFamily="34" charset="-120"/>
              </a:rPr>
              <a:t>630, 625–630</a:t>
            </a:r>
            <a:endParaRPr lang="en-US" sz="1875" dirty="0"/>
          </a:p>
        </p:txBody>
      </p:sp>
      <p:sp>
        <p:nvSpPr>
          <p:cNvPr id="28" name="Shape 5">
            <a:extLst>
              <a:ext uri="{FF2B5EF4-FFF2-40B4-BE49-F238E27FC236}">
                <a16:creationId xmlns:a16="http://schemas.microsoft.com/office/drawing/2014/main" id="{08D617AD-DB8B-5096-4BF9-B7215BC69530}"/>
              </a:ext>
            </a:extLst>
          </p:cNvPr>
          <p:cNvSpPr/>
          <p:nvPr/>
        </p:nvSpPr>
        <p:spPr>
          <a:xfrm>
            <a:off x="10588624" y="3071876"/>
            <a:ext cx="5813425" cy="1554411"/>
          </a:xfrm>
          <a:prstGeom prst="roundRect">
            <a:avLst>
              <a:gd name="adj" fmla="val 6332"/>
            </a:avLst>
          </a:prstGeom>
          <a:solidFill>
            <a:srgbClr val="FFFFFF"/>
          </a:solidFill>
          <a:ln w="6350">
            <a:solidFill>
              <a:srgbClr val="D5DCE3"/>
            </a:solidFill>
            <a:prstDash val="solid"/>
          </a:ln>
        </p:spPr>
        <p:txBody>
          <a:bodyPr/>
          <a:lstStyle/>
          <a:p>
            <a:endParaRPr lang="en-GB" sz="2000"/>
          </a:p>
        </p:txBody>
      </p:sp>
      <p:sp>
        <p:nvSpPr>
          <p:cNvPr id="29" name="Text 6">
            <a:extLst>
              <a:ext uri="{FF2B5EF4-FFF2-40B4-BE49-F238E27FC236}">
                <a16:creationId xmlns:a16="http://schemas.microsoft.com/office/drawing/2014/main" id="{DB00213E-FDD0-66DA-9F5A-14BAB0A03F3F}"/>
              </a:ext>
            </a:extLst>
          </p:cNvPr>
          <p:cNvSpPr/>
          <p:nvPr/>
        </p:nvSpPr>
        <p:spPr>
          <a:xfrm>
            <a:off x="10845800" y="3252851"/>
            <a:ext cx="5423201"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3D4F5F"/>
                </a:solidFill>
                <a:latin typeface="Courier New" pitchFamily="49" charset="0"/>
                <a:ea typeface="Courier New" pitchFamily="49" charset="-122"/>
                <a:cs typeface="Courier New" pitchFamily="49" charset="-120"/>
              </a:rPr>
              <a:t>Lindqvist et al. (2019), Lancet 394, 1712–1721</a:t>
            </a:r>
            <a:endParaRPr lang="en-US" sz="1400" dirty="0"/>
          </a:p>
        </p:txBody>
      </p:sp>
      <p:sp>
        <p:nvSpPr>
          <p:cNvPr id="30" name="Text 7">
            <a:extLst>
              <a:ext uri="{FF2B5EF4-FFF2-40B4-BE49-F238E27FC236}">
                <a16:creationId xmlns:a16="http://schemas.microsoft.com/office/drawing/2014/main" id="{254221D5-0944-7A85-149B-BFA3BC970786}"/>
              </a:ext>
            </a:extLst>
          </p:cNvPr>
          <p:cNvSpPr/>
          <p:nvPr/>
        </p:nvSpPr>
        <p:spPr>
          <a:xfrm>
            <a:off x="10845800" y="3542372"/>
            <a:ext cx="1241813" cy="585440"/>
          </a:xfrm>
          <a:prstGeom prst="rect">
            <a:avLst/>
          </a:prstGeom>
          <a:noFill/>
          <a:ln/>
        </p:spPr>
        <p:txBody>
          <a:bodyPr wrap="square" lIns="0" tIns="0" rIns="0" bIns="0" rtlCol="0" anchor="t">
            <a:normAutofit/>
          </a:bodyPr>
          <a:lstStyle/>
          <a:p>
            <a:pPr marL="0" indent="0" algn="l">
              <a:lnSpc>
                <a:spcPts val="4410"/>
              </a:lnSpc>
              <a:buNone/>
            </a:pPr>
            <a:r>
              <a:rPr lang="en-US" sz="4400" b="1" dirty="0">
                <a:solidFill>
                  <a:srgbClr val="1B3347"/>
                </a:solidFill>
                <a:latin typeface="Arial" pitchFamily="34" charset="0"/>
                <a:ea typeface="Arial" pitchFamily="34" charset="-122"/>
                <a:cs typeface="Arial" pitchFamily="34" charset="-120"/>
              </a:rPr>
              <a:t>0.94</a:t>
            </a:r>
            <a:endParaRPr lang="en-US" sz="4400" dirty="0"/>
          </a:p>
        </p:txBody>
      </p:sp>
      <p:sp>
        <p:nvSpPr>
          <p:cNvPr id="31" name="Text 8">
            <a:extLst>
              <a:ext uri="{FF2B5EF4-FFF2-40B4-BE49-F238E27FC236}">
                <a16:creationId xmlns:a16="http://schemas.microsoft.com/office/drawing/2014/main" id="{AF3E3D9E-0266-DAA8-1A00-E36ED798DDC4}"/>
              </a:ext>
            </a:extLst>
          </p:cNvPr>
          <p:cNvSpPr/>
          <p:nvPr/>
        </p:nvSpPr>
        <p:spPr>
          <a:xfrm>
            <a:off x="12010975" y="3835712"/>
            <a:ext cx="1719346" cy="292100"/>
          </a:xfrm>
          <a:prstGeom prst="rect">
            <a:avLst/>
          </a:prstGeom>
          <a:noFill/>
          <a:ln/>
        </p:spPr>
        <p:txBody>
          <a:bodyPr wrap="square" lIns="0" tIns="0" rIns="0" bIns="0" rtlCol="0" anchor="t">
            <a:normAutofit fontScale="77500" lnSpcReduction="20000"/>
          </a:bodyPr>
          <a:lstStyle/>
          <a:p>
            <a:pPr marL="0" indent="0" algn="l">
              <a:lnSpc>
                <a:spcPts val="2100"/>
              </a:lnSpc>
              <a:buNone/>
            </a:pPr>
            <a:r>
              <a:rPr lang="en-US" sz="1600" dirty="0">
                <a:solidFill>
                  <a:srgbClr val="5A6B7B"/>
                </a:solidFill>
                <a:latin typeface="Arial" pitchFamily="34" charset="0"/>
                <a:ea typeface="Arial" pitchFamily="34" charset="-122"/>
                <a:cs typeface="Arial" pitchFamily="34" charset="-120"/>
              </a:rPr>
              <a:t>Token-level confidence</a:t>
            </a:r>
            <a:endParaRPr lang="en-US" sz="1600" dirty="0"/>
          </a:p>
        </p:txBody>
      </p:sp>
      <p:sp>
        <p:nvSpPr>
          <p:cNvPr id="32" name="Text 9">
            <a:extLst>
              <a:ext uri="{FF2B5EF4-FFF2-40B4-BE49-F238E27FC236}">
                <a16:creationId xmlns:a16="http://schemas.microsoft.com/office/drawing/2014/main" id="{C39DEAAD-7669-69C3-483E-1FE10AE75D05}"/>
              </a:ext>
            </a:extLst>
          </p:cNvPr>
          <p:cNvSpPr/>
          <p:nvPr/>
        </p:nvSpPr>
        <p:spPr>
          <a:xfrm>
            <a:off x="10845800" y="4178612"/>
            <a:ext cx="5423201" cy="292100"/>
          </a:xfrm>
          <a:prstGeom prst="rect">
            <a:avLst/>
          </a:prstGeom>
          <a:noFill/>
          <a:ln/>
        </p:spPr>
        <p:txBody>
          <a:bodyPr wrap="square" lIns="0" tIns="0" rIns="0" bIns="0" rtlCol="0" anchor="t">
            <a:normAutofit/>
          </a:bodyPr>
          <a:lstStyle/>
          <a:p>
            <a:pPr marL="0" indent="0" algn="l">
              <a:lnSpc>
                <a:spcPts val="2100"/>
              </a:lnSpc>
              <a:buNone/>
            </a:pPr>
            <a:r>
              <a:rPr lang="en-US" sz="1600" b="1" dirty="0">
                <a:solidFill>
                  <a:srgbClr val="A8442C"/>
                </a:solidFill>
                <a:latin typeface="Arial" pitchFamily="34" charset="0"/>
                <a:ea typeface="Arial" pitchFamily="34" charset="-122"/>
                <a:cs typeface="Arial" pitchFamily="34" charset="-120"/>
              </a:rPr>
              <a:t>Looks fine. The citation does not exist. High confidence</a:t>
            </a:r>
            <a:endParaRPr lang="en-US" sz="1600" dirty="0"/>
          </a:p>
        </p:txBody>
      </p:sp>
      <p:sp>
        <p:nvSpPr>
          <p:cNvPr id="33" name="Shape 10">
            <a:extLst>
              <a:ext uri="{FF2B5EF4-FFF2-40B4-BE49-F238E27FC236}">
                <a16:creationId xmlns:a16="http://schemas.microsoft.com/office/drawing/2014/main" id="{9EB788B4-977C-02A3-99A9-B6342F41F3AD}"/>
              </a:ext>
            </a:extLst>
          </p:cNvPr>
          <p:cNvSpPr/>
          <p:nvPr/>
        </p:nvSpPr>
        <p:spPr>
          <a:xfrm>
            <a:off x="10591799" y="6224937"/>
            <a:ext cx="5806657" cy="2163911"/>
          </a:xfrm>
          <a:prstGeom prst="roundRect">
            <a:avLst>
              <a:gd name="adj" fmla="val 4402"/>
            </a:avLst>
          </a:prstGeom>
          <a:solidFill>
            <a:srgbClr val="FFF4EE"/>
          </a:solidFill>
          <a:ln w="12700">
            <a:solidFill>
              <a:srgbClr val="A8442C"/>
            </a:solidFill>
            <a:prstDash val="solid"/>
          </a:ln>
        </p:spPr>
        <p:txBody>
          <a:bodyPr/>
          <a:lstStyle/>
          <a:p>
            <a:endParaRPr lang="en-GB" sz="2000"/>
          </a:p>
        </p:txBody>
      </p:sp>
      <p:sp>
        <p:nvSpPr>
          <p:cNvPr id="34" name="Text 11">
            <a:extLst>
              <a:ext uri="{FF2B5EF4-FFF2-40B4-BE49-F238E27FC236}">
                <a16:creationId xmlns:a16="http://schemas.microsoft.com/office/drawing/2014/main" id="{DE282778-71B5-AEEB-61DA-7B24F9FA93DF}"/>
              </a:ext>
            </a:extLst>
          </p:cNvPr>
          <p:cNvSpPr/>
          <p:nvPr/>
        </p:nvSpPr>
        <p:spPr>
          <a:xfrm>
            <a:off x="10852150" y="6409087"/>
            <a:ext cx="5409260" cy="256530"/>
          </a:xfrm>
          <a:prstGeom prst="rect">
            <a:avLst/>
          </a:prstGeom>
          <a:noFill/>
          <a:ln/>
        </p:spPr>
        <p:txBody>
          <a:bodyPr wrap="square" lIns="0" tIns="0" rIns="0" bIns="0" rtlCol="0" anchor="t">
            <a:normAutofit/>
          </a:bodyPr>
          <a:lstStyle/>
          <a:p>
            <a:pPr marL="0" indent="0" algn="l">
              <a:lnSpc>
                <a:spcPts val="1820"/>
              </a:lnSpc>
              <a:buNone/>
            </a:pPr>
            <a:r>
              <a:rPr lang="en-US" sz="1600" b="1" dirty="0">
                <a:solidFill>
                  <a:srgbClr val="A8442C"/>
                </a:solidFill>
                <a:latin typeface="Arial" pitchFamily="34" charset="0"/>
                <a:ea typeface="Arial" pitchFamily="34" charset="-122"/>
                <a:cs typeface="Arial" pitchFamily="34" charset="-120"/>
              </a:rPr>
              <a:t>Consistency check: same question, sampled 4 times</a:t>
            </a:r>
            <a:endParaRPr lang="en-US" sz="1600" dirty="0"/>
          </a:p>
        </p:txBody>
      </p:sp>
      <p:sp>
        <p:nvSpPr>
          <p:cNvPr id="35" name="Text 12">
            <a:extLst>
              <a:ext uri="{FF2B5EF4-FFF2-40B4-BE49-F238E27FC236}">
                <a16:creationId xmlns:a16="http://schemas.microsoft.com/office/drawing/2014/main" id="{EF362A66-F4B6-C75D-7D13-12EA8F228A16}"/>
              </a:ext>
            </a:extLst>
          </p:cNvPr>
          <p:cNvSpPr/>
          <p:nvPr/>
        </p:nvSpPr>
        <p:spPr>
          <a:xfrm>
            <a:off x="10852149" y="6729117"/>
            <a:ext cx="297777" cy="213320"/>
          </a:xfrm>
          <a:prstGeom prst="rect">
            <a:avLst/>
          </a:prstGeom>
          <a:solidFill>
            <a:srgbClr val="FFD9C9"/>
          </a:solidFill>
          <a:ln/>
        </p:spPr>
        <p:txBody>
          <a:bodyPr wrap="square" lIns="0" tIns="0" rIns="0" bIns="0" rtlCol="0" anchor="t">
            <a:normAutofit/>
          </a:bodyPr>
          <a:lstStyle/>
          <a:p>
            <a:pPr marL="0" indent="0" algn="ctr">
              <a:lnSpc>
                <a:spcPts val="1680"/>
              </a:lnSpc>
              <a:buNone/>
            </a:pPr>
            <a:r>
              <a:rPr lang="en-US" sz="1400" b="1" dirty="0">
                <a:solidFill>
                  <a:srgbClr val="1B3347"/>
                </a:solidFill>
                <a:latin typeface="Arial" pitchFamily="34" charset="0"/>
                <a:ea typeface="Arial" pitchFamily="34" charset="-122"/>
                <a:cs typeface="Arial" pitchFamily="34" charset="-120"/>
              </a:rPr>
              <a:t>A</a:t>
            </a:r>
            <a:endParaRPr lang="en-US" sz="1400" dirty="0"/>
          </a:p>
        </p:txBody>
      </p:sp>
      <p:sp>
        <p:nvSpPr>
          <p:cNvPr id="36" name="Text 13">
            <a:extLst>
              <a:ext uri="{FF2B5EF4-FFF2-40B4-BE49-F238E27FC236}">
                <a16:creationId xmlns:a16="http://schemas.microsoft.com/office/drawing/2014/main" id="{A72B5EF9-272B-ED31-E211-252347289AC2}"/>
              </a:ext>
            </a:extLst>
          </p:cNvPr>
          <p:cNvSpPr/>
          <p:nvPr/>
        </p:nvSpPr>
        <p:spPr>
          <a:xfrm>
            <a:off x="11233150" y="6729117"/>
            <a:ext cx="4093782"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3D4F5F"/>
                </a:solidFill>
                <a:latin typeface="Courier New" pitchFamily="49" charset="0"/>
                <a:ea typeface="Courier New" pitchFamily="49" charset="-122"/>
                <a:cs typeface="Courier New" pitchFamily="49" charset="-120"/>
              </a:rPr>
              <a:t>Lindqvist et al. (2019), Lancet 394</a:t>
            </a:r>
            <a:endParaRPr lang="en-US" sz="1400" dirty="0"/>
          </a:p>
        </p:txBody>
      </p:sp>
      <p:sp>
        <p:nvSpPr>
          <p:cNvPr id="37" name="Text 14">
            <a:extLst>
              <a:ext uri="{FF2B5EF4-FFF2-40B4-BE49-F238E27FC236}">
                <a16:creationId xmlns:a16="http://schemas.microsoft.com/office/drawing/2014/main" id="{DD8495BE-7130-BDE8-1200-DA031BEE40B8}"/>
              </a:ext>
            </a:extLst>
          </p:cNvPr>
          <p:cNvSpPr/>
          <p:nvPr/>
        </p:nvSpPr>
        <p:spPr>
          <a:xfrm>
            <a:off x="10852149" y="7031337"/>
            <a:ext cx="297777" cy="213320"/>
          </a:xfrm>
          <a:prstGeom prst="rect">
            <a:avLst/>
          </a:prstGeom>
          <a:solidFill>
            <a:srgbClr val="CFE0F2"/>
          </a:solidFill>
          <a:ln/>
        </p:spPr>
        <p:txBody>
          <a:bodyPr wrap="square" lIns="0" tIns="0" rIns="0" bIns="0" rtlCol="0" anchor="t">
            <a:normAutofit/>
          </a:bodyPr>
          <a:lstStyle/>
          <a:p>
            <a:pPr marL="0" indent="0" algn="ctr">
              <a:lnSpc>
                <a:spcPts val="1680"/>
              </a:lnSpc>
              <a:buNone/>
            </a:pPr>
            <a:r>
              <a:rPr lang="en-US" sz="1400" b="1" dirty="0">
                <a:solidFill>
                  <a:srgbClr val="1B3347"/>
                </a:solidFill>
                <a:latin typeface="Arial" pitchFamily="34" charset="0"/>
                <a:ea typeface="Arial" pitchFamily="34" charset="-122"/>
                <a:cs typeface="Arial" pitchFamily="34" charset="-120"/>
              </a:rPr>
              <a:t>B</a:t>
            </a:r>
            <a:endParaRPr lang="en-US" sz="1400" dirty="0"/>
          </a:p>
        </p:txBody>
      </p:sp>
      <p:sp>
        <p:nvSpPr>
          <p:cNvPr id="38" name="Text 15">
            <a:extLst>
              <a:ext uri="{FF2B5EF4-FFF2-40B4-BE49-F238E27FC236}">
                <a16:creationId xmlns:a16="http://schemas.microsoft.com/office/drawing/2014/main" id="{45704FAE-34E5-89E1-D6A5-4927355361DA}"/>
              </a:ext>
            </a:extLst>
          </p:cNvPr>
          <p:cNvSpPr/>
          <p:nvPr/>
        </p:nvSpPr>
        <p:spPr>
          <a:xfrm>
            <a:off x="11233150" y="7031337"/>
            <a:ext cx="3625925"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3D4F5F"/>
                </a:solidFill>
                <a:latin typeface="Courier New" pitchFamily="49" charset="0"/>
                <a:ea typeface="Courier New" pitchFamily="49" charset="-122"/>
                <a:cs typeface="Courier New" pitchFamily="49" charset="-120"/>
              </a:rPr>
              <a:t>Karlsson et al. (2018), BMJ 362</a:t>
            </a:r>
            <a:endParaRPr lang="en-US" sz="1400" dirty="0"/>
          </a:p>
        </p:txBody>
      </p:sp>
      <p:sp>
        <p:nvSpPr>
          <p:cNvPr id="39" name="Text 16">
            <a:extLst>
              <a:ext uri="{FF2B5EF4-FFF2-40B4-BE49-F238E27FC236}">
                <a16:creationId xmlns:a16="http://schemas.microsoft.com/office/drawing/2014/main" id="{5C781C7C-D02B-CB13-3F97-53CFD7787256}"/>
              </a:ext>
            </a:extLst>
          </p:cNvPr>
          <p:cNvSpPr/>
          <p:nvPr/>
        </p:nvSpPr>
        <p:spPr>
          <a:xfrm>
            <a:off x="10852149" y="7333557"/>
            <a:ext cx="297777" cy="213320"/>
          </a:xfrm>
          <a:prstGeom prst="rect">
            <a:avLst/>
          </a:prstGeom>
          <a:solidFill>
            <a:srgbClr val="D9ECD0"/>
          </a:solidFill>
          <a:ln/>
        </p:spPr>
        <p:txBody>
          <a:bodyPr wrap="square" lIns="0" tIns="0" rIns="0" bIns="0" rtlCol="0" anchor="t">
            <a:normAutofit/>
          </a:bodyPr>
          <a:lstStyle/>
          <a:p>
            <a:pPr marL="0" indent="0" algn="ctr">
              <a:lnSpc>
                <a:spcPts val="1680"/>
              </a:lnSpc>
              <a:buNone/>
            </a:pPr>
            <a:r>
              <a:rPr lang="en-US" sz="1400" b="1" dirty="0">
                <a:solidFill>
                  <a:srgbClr val="1B3347"/>
                </a:solidFill>
                <a:latin typeface="Arial" pitchFamily="34" charset="0"/>
                <a:ea typeface="Arial" pitchFamily="34" charset="-122"/>
                <a:cs typeface="Arial" pitchFamily="34" charset="-120"/>
              </a:rPr>
              <a:t>C</a:t>
            </a:r>
            <a:endParaRPr lang="en-US" sz="1400" dirty="0"/>
          </a:p>
        </p:txBody>
      </p:sp>
      <p:sp>
        <p:nvSpPr>
          <p:cNvPr id="40" name="Text 17">
            <a:extLst>
              <a:ext uri="{FF2B5EF4-FFF2-40B4-BE49-F238E27FC236}">
                <a16:creationId xmlns:a16="http://schemas.microsoft.com/office/drawing/2014/main" id="{72E1F7E7-39BD-BED0-3639-F0295A43A28D}"/>
              </a:ext>
            </a:extLst>
          </p:cNvPr>
          <p:cNvSpPr/>
          <p:nvPr/>
        </p:nvSpPr>
        <p:spPr>
          <a:xfrm>
            <a:off x="11233150" y="7333557"/>
            <a:ext cx="3859854"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3D4F5F"/>
                </a:solidFill>
                <a:latin typeface="Courier New" pitchFamily="49" charset="0"/>
                <a:ea typeface="Courier New" pitchFamily="49" charset="-122"/>
                <a:cs typeface="Courier New" pitchFamily="49" charset="-120"/>
              </a:rPr>
              <a:t>Andersson et al. (2020), JAMA 323</a:t>
            </a:r>
            <a:endParaRPr lang="en-US" sz="1400" dirty="0"/>
          </a:p>
        </p:txBody>
      </p:sp>
      <p:sp>
        <p:nvSpPr>
          <p:cNvPr id="41" name="Text 18">
            <a:extLst>
              <a:ext uri="{FF2B5EF4-FFF2-40B4-BE49-F238E27FC236}">
                <a16:creationId xmlns:a16="http://schemas.microsoft.com/office/drawing/2014/main" id="{270FCF39-1EB2-BD4C-2675-3D7BFF38117E}"/>
              </a:ext>
            </a:extLst>
          </p:cNvPr>
          <p:cNvSpPr/>
          <p:nvPr/>
        </p:nvSpPr>
        <p:spPr>
          <a:xfrm>
            <a:off x="10852149" y="7635778"/>
            <a:ext cx="297777" cy="213320"/>
          </a:xfrm>
          <a:prstGeom prst="rect">
            <a:avLst/>
          </a:prstGeom>
          <a:solidFill>
            <a:srgbClr val="F2E3B8"/>
          </a:solidFill>
          <a:ln/>
        </p:spPr>
        <p:txBody>
          <a:bodyPr wrap="square" lIns="0" tIns="0" rIns="0" bIns="0" rtlCol="0" anchor="t">
            <a:normAutofit/>
          </a:bodyPr>
          <a:lstStyle/>
          <a:p>
            <a:pPr marL="0" indent="0" algn="ctr">
              <a:lnSpc>
                <a:spcPts val="1680"/>
              </a:lnSpc>
              <a:buNone/>
            </a:pPr>
            <a:r>
              <a:rPr lang="en-US" sz="1400" b="1" dirty="0">
                <a:solidFill>
                  <a:srgbClr val="1B3347"/>
                </a:solidFill>
                <a:latin typeface="Arial" pitchFamily="34" charset="0"/>
                <a:ea typeface="Arial" pitchFamily="34" charset="-122"/>
                <a:cs typeface="Arial" pitchFamily="34" charset="-120"/>
              </a:rPr>
              <a:t>D</a:t>
            </a:r>
            <a:endParaRPr lang="en-US" sz="1400" dirty="0"/>
          </a:p>
        </p:txBody>
      </p:sp>
      <p:sp>
        <p:nvSpPr>
          <p:cNvPr id="42" name="Text 19">
            <a:extLst>
              <a:ext uri="{FF2B5EF4-FFF2-40B4-BE49-F238E27FC236}">
                <a16:creationId xmlns:a16="http://schemas.microsoft.com/office/drawing/2014/main" id="{ABECCD6D-FE54-BF1B-FB76-2880B3E4B877}"/>
              </a:ext>
            </a:extLst>
          </p:cNvPr>
          <p:cNvSpPr/>
          <p:nvPr/>
        </p:nvSpPr>
        <p:spPr>
          <a:xfrm>
            <a:off x="11233150" y="7635778"/>
            <a:ext cx="3625925" cy="238720"/>
          </a:xfrm>
          <a:prstGeom prst="rect">
            <a:avLst/>
          </a:prstGeom>
          <a:noFill/>
          <a:ln/>
        </p:spPr>
        <p:txBody>
          <a:bodyPr wrap="square" lIns="0" tIns="0" rIns="0" bIns="0" rtlCol="0" anchor="t">
            <a:normAutofit/>
          </a:bodyPr>
          <a:lstStyle/>
          <a:p>
            <a:pPr marL="0" indent="0" algn="l">
              <a:lnSpc>
                <a:spcPts val="1680"/>
              </a:lnSpc>
              <a:buNone/>
            </a:pPr>
            <a:r>
              <a:rPr lang="en-US" sz="1400" dirty="0">
                <a:solidFill>
                  <a:srgbClr val="3D4F5F"/>
                </a:solidFill>
                <a:latin typeface="Courier New" pitchFamily="49" charset="0"/>
                <a:ea typeface="Courier New" pitchFamily="49" charset="-122"/>
                <a:cs typeface="Courier New" pitchFamily="49" charset="-120"/>
              </a:rPr>
              <a:t>Nilsson et al. (2017), NEJM 377</a:t>
            </a:r>
            <a:endParaRPr lang="en-US" sz="1400" dirty="0"/>
          </a:p>
        </p:txBody>
      </p:sp>
      <p:sp>
        <p:nvSpPr>
          <p:cNvPr id="43" name="Text 20">
            <a:extLst>
              <a:ext uri="{FF2B5EF4-FFF2-40B4-BE49-F238E27FC236}">
                <a16:creationId xmlns:a16="http://schemas.microsoft.com/office/drawing/2014/main" id="{4B690A83-500B-86E0-B7BE-00B6E19E46FA}"/>
              </a:ext>
            </a:extLst>
          </p:cNvPr>
          <p:cNvSpPr/>
          <p:nvPr/>
        </p:nvSpPr>
        <p:spPr>
          <a:xfrm>
            <a:off x="10852149" y="7995148"/>
            <a:ext cx="5522415" cy="292100"/>
          </a:xfrm>
          <a:prstGeom prst="rect">
            <a:avLst/>
          </a:prstGeom>
          <a:noFill/>
          <a:ln/>
        </p:spPr>
        <p:txBody>
          <a:bodyPr wrap="square" lIns="0" tIns="0" rIns="0" bIns="0" rtlCol="0" anchor="t">
            <a:normAutofit/>
          </a:bodyPr>
          <a:lstStyle/>
          <a:p>
            <a:pPr marL="0" indent="0" algn="l">
              <a:lnSpc>
                <a:spcPts val="2100"/>
              </a:lnSpc>
              <a:buNone/>
            </a:pPr>
            <a:r>
              <a:rPr lang="en-US" sz="1600" b="1" dirty="0">
                <a:solidFill>
                  <a:srgbClr val="A8442C"/>
                </a:solidFill>
                <a:latin typeface="Arial" pitchFamily="34" charset="0"/>
                <a:ea typeface="Arial" pitchFamily="34" charset="-122"/>
                <a:cs typeface="Arial" pitchFamily="34" charset="-120"/>
              </a:rPr>
              <a:t>4 samples, 4 different meanings: high entropy.</a:t>
            </a:r>
            <a:endParaRPr lang="en-US" sz="1600" dirty="0"/>
          </a:p>
        </p:txBody>
      </p:sp>
      <p:sp>
        <p:nvSpPr>
          <p:cNvPr id="12" name="Text 10"/>
          <p:cNvSpPr/>
          <p:nvPr/>
        </p:nvSpPr>
        <p:spPr>
          <a:xfrm>
            <a:off x="10634733" y="4754725"/>
            <a:ext cx="6268475" cy="909442"/>
          </a:xfrm>
          <a:prstGeom prst="rect">
            <a:avLst/>
          </a:prstGeom>
          <a:noFill/>
          <a:ln/>
        </p:spPr>
        <p:txBody>
          <a:bodyPr wrap="square" lIns="25400" tIns="25400" rIns="25400" bIns="25400" rtlCol="0" anchor="t">
            <a:normAutofit/>
          </a:bodyPr>
          <a:lstStyle/>
          <a:p>
            <a:pPr marL="0" indent="0" algn="l">
              <a:lnSpc>
                <a:spcPct val="111536"/>
              </a:lnSpc>
              <a:buNone/>
            </a:pPr>
            <a:r>
              <a:rPr lang="en-US" sz="2000" dirty="0">
                <a:solidFill>
                  <a:srgbClr val="5E7480"/>
                </a:solidFill>
                <a:latin typeface="Arial" pitchFamily="34" charset="0"/>
                <a:ea typeface="Arial" pitchFamily="34" charset="-122"/>
                <a:cs typeface="Arial" pitchFamily="34" charset="-120"/>
              </a:rPr>
              <a:t>Correct </a:t>
            </a:r>
            <a:r>
              <a:rPr lang="en-US" sz="2000" i="1" dirty="0">
                <a:solidFill>
                  <a:srgbClr val="5E7480"/>
                </a:solidFill>
                <a:latin typeface="Arial" pitchFamily="34" charset="0"/>
                <a:ea typeface="Arial" pitchFamily="34" charset="-122"/>
                <a:cs typeface="Arial" pitchFamily="34" charset="-120"/>
              </a:rPr>
              <a:t>format, </a:t>
            </a:r>
            <a:r>
              <a:rPr lang="en-US" sz="2000" dirty="0">
                <a:solidFill>
                  <a:srgbClr val="5E7480"/>
                </a:solidFill>
                <a:latin typeface="Arial" pitchFamily="34" charset="0"/>
                <a:ea typeface="Arial" pitchFamily="34" charset="-122"/>
                <a:cs typeface="Arial" pitchFamily="34" charset="-120"/>
              </a:rPr>
              <a:t>highly predictable.</a:t>
            </a:r>
            <a:endParaRPr lang="en-US" sz="2000" dirty="0"/>
          </a:p>
        </p:txBody>
      </p:sp>
      <p:pic>
        <p:nvPicPr>
          <p:cNvPr id="5" name="Picture 4">
            <a:extLst>
              <a:ext uri="{FF2B5EF4-FFF2-40B4-BE49-F238E27FC236}">
                <a16:creationId xmlns:a16="http://schemas.microsoft.com/office/drawing/2014/main" id="{45310FEA-ECB1-ED7B-EC44-617BE83FB36F}"/>
              </a:ext>
            </a:extLst>
          </p:cNvPr>
          <p:cNvPicPr>
            <a:picLocks noChangeAspect="1"/>
          </p:cNvPicPr>
          <p:nvPr/>
        </p:nvPicPr>
        <p:blipFill>
          <a:blip r:embed="rId3"/>
          <a:stretch>
            <a:fillRect/>
          </a:stretch>
        </p:blipFill>
        <p:spPr>
          <a:xfrm>
            <a:off x="1107185" y="6315687"/>
            <a:ext cx="6282859" cy="3017360"/>
          </a:xfrm>
          <a:prstGeom prst="rect">
            <a:avLst/>
          </a:prstGeom>
        </p:spPr>
      </p:pic>
      <p:sp>
        <p:nvSpPr>
          <p:cNvPr id="6" name="TextBox 5">
            <a:extLst>
              <a:ext uri="{FF2B5EF4-FFF2-40B4-BE49-F238E27FC236}">
                <a16:creationId xmlns:a16="http://schemas.microsoft.com/office/drawing/2014/main" id="{ECF57954-94C1-58A5-3109-CBC19291B863}"/>
              </a:ext>
            </a:extLst>
          </p:cNvPr>
          <p:cNvSpPr txBox="1"/>
          <p:nvPr/>
        </p:nvSpPr>
        <p:spPr>
          <a:xfrm>
            <a:off x="10588624" y="8478990"/>
            <a:ext cx="5457143" cy="380873"/>
          </a:xfrm>
          <a:prstGeom prst="rect">
            <a:avLst/>
          </a:prstGeom>
          <a:noFill/>
        </p:spPr>
        <p:txBody>
          <a:bodyPr wrap="square">
            <a:spAutoFit/>
          </a:bodyPr>
          <a:lstStyle/>
          <a:p>
            <a:r>
              <a:rPr lang="en-GB" sz="1875" dirty="0">
                <a:solidFill>
                  <a:srgbClr val="5E7480"/>
                </a:solidFill>
                <a:latin typeface="Arial" pitchFamily="34" charset="0"/>
                <a:cs typeface="Arial" pitchFamily="34" charset="-120"/>
              </a:rPr>
              <a:t>https://</a:t>
            </a:r>
            <a:r>
              <a:rPr lang="en-GB" sz="1875" dirty="0" err="1">
                <a:solidFill>
                  <a:srgbClr val="5E7480"/>
                </a:solidFill>
                <a:latin typeface="Arial" pitchFamily="34" charset="0"/>
                <a:cs typeface="Arial" pitchFamily="34" charset="-120"/>
              </a:rPr>
              <a:t>www.youtube.com</a:t>
            </a:r>
            <a:r>
              <a:rPr lang="en-GB" sz="1875" dirty="0">
                <a:solidFill>
                  <a:srgbClr val="5E7480"/>
                </a:solidFill>
                <a:latin typeface="Arial" pitchFamily="34" charset="0"/>
                <a:cs typeface="Arial" pitchFamily="34" charset="-120"/>
              </a:rPr>
              <a:t>/</a:t>
            </a:r>
            <a:r>
              <a:rPr lang="en-GB" sz="1875" dirty="0" err="1">
                <a:solidFill>
                  <a:srgbClr val="5E7480"/>
                </a:solidFill>
                <a:latin typeface="Arial" pitchFamily="34" charset="0"/>
                <a:cs typeface="Arial" pitchFamily="34" charset="-120"/>
              </a:rPr>
              <a:t>watch?v</a:t>
            </a:r>
            <a:r>
              <a:rPr lang="en-GB" sz="1875" dirty="0">
                <a:solidFill>
                  <a:srgbClr val="5E7480"/>
                </a:solidFill>
                <a:latin typeface="Arial" pitchFamily="34" charset="0"/>
                <a:cs typeface="Arial" pitchFamily="34" charset="-120"/>
              </a:rPr>
              <a:t>=eiL6egIX4ms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p:cNvSpPr txBox="1"/>
          <p:nvPr/>
        </p:nvSpPr>
        <p:spPr>
          <a:xfrm>
            <a:off x="1104900" y="781050"/>
            <a:ext cx="17686020" cy="590550"/>
          </a:xfrm>
          <a:prstGeom prst="rect">
            <a:avLst/>
          </a:prstGeom>
          <a:noFill/>
        </p:spPr>
        <p:txBody>
          <a:bodyPr wrap="square" lIns="0" tIns="0" rIns="0" bIns="0" anchor="t">
            <a:noAutofit/>
          </a:bodyPr>
          <a:lstStyle/>
          <a:p>
            <a:pPr>
              <a:spcAft>
                <a:spcPts val="0"/>
              </a:spcAft>
            </a:pPr>
            <a:r>
              <a:rPr sz="4350" b="1">
                <a:solidFill>
                  <a:srgbClr val="143B54"/>
                </a:solidFill>
                <a:latin typeface="Arial"/>
              </a:rPr>
              <a:t>Semantic entropy</a:t>
            </a:r>
          </a:p>
        </p:txBody>
      </p:sp>
      <p:sp>
        <p:nvSpPr>
          <p:cNvPr id="3" name="Intro"/>
          <p:cNvSpPr txBox="1"/>
          <p:nvPr/>
        </p:nvSpPr>
        <p:spPr>
          <a:xfrm>
            <a:off x="1104900" y="1581150"/>
            <a:ext cx="17000000" cy="450000"/>
          </a:xfrm>
          <a:prstGeom prst="rect">
            <a:avLst/>
          </a:prstGeom>
          <a:noFill/>
        </p:spPr>
        <p:txBody>
          <a:bodyPr wrap="square" lIns="0" tIns="0" rIns="0" bIns="0" anchor="t">
            <a:noAutofit/>
          </a:bodyPr>
          <a:lstStyle/>
          <a:p>
            <a:pPr>
              <a:spcAft>
                <a:spcPts val="0"/>
              </a:spcAft>
            </a:pPr>
            <a:r>
              <a:rPr sz="2400" b="0">
                <a:solidFill>
                  <a:srgbClr val="143B54"/>
                </a:solidFill>
                <a:latin typeface="Arial"/>
              </a:rPr>
              <a:t>Ask the same question many times, then count the meanings, not the wordings.</a:t>
            </a:r>
          </a:p>
        </p:txBody>
      </p:sp>
      <p:sp>
        <p:nvSpPr>
          <p:cNvPr id="4" name="Label left"/>
          <p:cNvSpPr txBox="1"/>
          <p:nvPr/>
        </p:nvSpPr>
        <p:spPr>
          <a:xfrm>
            <a:off x="1104900" y="2550000"/>
            <a:ext cx="8200000" cy="330000"/>
          </a:xfrm>
          <a:prstGeom prst="rect">
            <a:avLst/>
          </a:prstGeom>
          <a:noFill/>
        </p:spPr>
        <p:txBody>
          <a:bodyPr wrap="square" lIns="0" tIns="0" rIns="0" bIns="0" anchor="t">
            <a:noAutofit/>
          </a:bodyPr>
          <a:lstStyle/>
          <a:p>
            <a:pPr>
              <a:spcAft>
                <a:spcPts val="0"/>
              </a:spcAft>
            </a:pPr>
            <a:r>
              <a:rPr sz="1875" b="1">
                <a:solidFill>
                  <a:srgbClr val="2A7AA8"/>
                </a:solidFill>
                <a:latin typeface="Arial"/>
              </a:rPr>
              <a:t>HOW IT WORKS</a:t>
            </a:r>
          </a:p>
        </p:txBody>
      </p:sp>
      <p:sp>
        <p:nvSpPr>
          <p:cNvPr id="5" name="Steps"/>
          <p:cNvSpPr txBox="1"/>
          <p:nvPr/>
        </p:nvSpPr>
        <p:spPr>
          <a:xfrm>
            <a:off x="1104900" y="3000000"/>
            <a:ext cx="8200000" cy="3100000"/>
          </a:xfrm>
          <a:prstGeom prst="rect">
            <a:avLst/>
          </a:prstGeom>
          <a:noFill/>
        </p:spPr>
        <p:txBody>
          <a:bodyPr wrap="square" lIns="0" tIns="0" rIns="0" bIns="0" anchor="t">
            <a:noAutofit/>
          </a:bodyPr>
          <a:lstStyle/>
          <a:p>
            <a:pPr>
              <a:spcAft>
                <a:spcPts val="1400"/>
              </a:spcAft>
            </a:pPr>
            <a:r>
              <a:rPr sz="2400" b="1">
                <a:solidFill>
                  <a:srgbClr val="143B54"/>
                </a:solidFill>
                <a:latin typeface="Arial"/>
              </a:rPr>
              <a:t>Sample. </a:t>
            </a:r>
            <a:r>
              <a:rPr sz="2400" b="0">
                <a:solidFill>
                  <a:srgbClr val="143B54"/>
                </a:solidFill>
                <a:latin typeface="Arial"/>
              </a:rPr>
              <a:t>Ten answers at high temperature, plus one at low temperature to be judged.</a:t>
            </a:r>
          </a:p>
          <a:p>
            <a:pPr>
              <a:spcAft>
                <a:spcPts val="1400"/>
              </a:spcAft>
            </a:pPr>
            <a:r>
              <a:rPr sz="2400" b="1">
                <a:solidFill>
                  <a:srgbClr val="143B54"/>
                </a:solidFill>
                <a:latin typeface="Arial"/>
              </a:rPr>
              <a:t>Group by meaning. </a:t>
            </a:r>
            <a:r>
              <a:rPr sz="2400" b="0">
                <a:solidFill>
                  <a:srgbClr val="143B54"/>
                </a:solidFill>
                <a:latin typeface="Arial"/>
              </a:rPr>
              <a:t>A second model checks whether two answers entail each other.</a:t>
            </a:r>
          </a:p>
          <a:p>
            <a:pPr>
              <a:spcAft>
                <a:spcPts val="1400"/>
              </a:spcAft>
            </a:pPr>
            <a:r>
              <a:rPr sz="2400" b="1">
                <a:solidFill>
                  <a:srgbClr val="143B54"/>
                </a:solidFill>
                <a:latin typeface="Arial"/>
              </a:rPr>
              <a:t>Measure the spread. </a:t>
            </a:r>
            <a:r>
              <a:rPr sz="2400" b="0">
                <a:solidFill>
                  <a:srgbClr val="143B54"/>
                </a:solidFill>
                <a:latin typeface="Arial"/>
              </a:rPr>
              <a:t>One group means it agrees with itself. Many groups means it is guessing.</a:t>
            </a:r>
          </a:p>
        </p:txBody>
      </p:sp>
      <p:sp>
        <p:nvSpPr>
          <p:cNvPr id="6" name="Example"/>
          <p:cNvSpPr txBox="1"/>
          <p:nvPr/>
        </p:nvSpPr>
        <p:spPr>
          <a:xfrm>
            <a:off x="1104900" y="5950000"/>
            <a:ext cx="8200000" cy="1700000"/>
          </a:xfrm>
          <a:prstGeom prst="rect">
            <a:avLst/>
          </a:prstGeom>
          <a:noFill/>
        </p:spPr>
        <p:txBody>
          <a:bodyPr wrap="square" lIns="0" tIns="0" rIns="0" bIns="0" anchor="t">
            <a:noAutofit/>
          </a:bodyPr>
          <a:lstStyle/>
          <a:p>
            <a:pPr>
              <a:spcAft>
                <a:spcPts val="1000"/>
              </a:spcAft>
            </a:pPr>
            <a:r>
              <a:rPr sz="2400" b="0">
                <a:solidFill>
                  <a:srgbClr val="5E7480"/>
                </a:solidFill>
                <a:latin typeface="Arial"/>
              </a:rPr>
              <a:t>“Paris”, “It’s Paris”, “The capital is Paris”: one meaning, low entropy.</a:t>
            </a:r>
          </a:p>
          <a:p>
            <a:pPr>
              <a:spcAft>
                <a:spcPts val="1000"/>
              </a:spcAft>
            </a:pPr>
            <a:r>
              <a:rPr sz="2400" b="0">
                <a:solidFill>
                  <a:srgbClr val="5E7480"/>
                </a:solidFill>
                <a:latin typeface="Arial"/>
              </a:rPr>
              <a:t>“Paris”, “Lyon”, “Nice”: three meanings, high entropy.</a:t>
            </a:r>
          </a:p>
        </p:txBody>
      </p:sp>
      <p:sp>
        <p:nvSpPr>
          <p:cNvPr id="7" name="Cost"/>
          <p:cNvSpPr txBox="1"/>
          <p:nvPr/>
        </p:nvSpPr>
        <p:spPr>
          <a:xfrm>
            <a:off x="1104900" y="7700000"/>
            <a:ext cx="8200000" cy="330000"/>
          </a:xfrm>
          <a:prstGeom prst="rect">
            <a:avLst/>
          </a:prstGeom>
          <a:noFill/>
        </p:spPr>
        <p:txBody>
          <a:bodyPr wrap="square" lIns="0" tIns="0" rIns="0" bIns="0" anchor="t">
            <a:noAutofit/>
          </a:bodyPr>
          <a:lstStyle/>
          <a:p>
            <a:pPr>
              <a:spcAft>
                <a:spcPts val="0"/>
              </a:spcAft>
            </a:pPr>
            <a:r>
              <a:rPr sz="1875" b="0">
                <a:solidFill>
                  <a:srgbClr val="5E7480"/>
                </a:solidFill>
                <a:latin typeface="Arial"/>
              </a:rPr>
              <a:t>Cost: about ten extra generations per question.</a:t>
            </a:r>
          </a:p>
        </p:txBody>
      </p:sp>
      <p:sp>
        <p:nvSpPr>
          <p:cNvPr id="8" name="Label right"/>
          <p:cNvSpPr txBox="1"/>
          <p:nvPr/>
        </p:nvSpPr>
        <p:spPr>
          <a:xfrm>
            <a:off x="9800000" y="2550000"/>
            <a:ext cx="7383000" cy="330000"/>
          </a:xfrm>
          <a:prstGeom prst="rect">
            <a:avLst/>
          </a:prstGeom>
          <a:noFill/>
        </p:spPr>
        <p:txBody>
          <a:bodyPr wrap="square" lIns="0" tIns="0" rIns="0" bIns="0" anchor="t">
            <a:noAutofit/>
          </a:bodyPr>
          <a:lstStyle/>
          <a:p>
            <a:pPr>
              <a:spcAft>
                <a:spcPts val="0"/>
              </a:spcAft>
            </a:pPr>
            <a:r>
              <a:rPr sz="1875" b="1">
                <a:solidFill>
                  <a:srgbClr val="2A7AA8"/>
                </a:solidFill>
                <a:latin typeface="Arial"/>
              </a:rPr>
              <a:t>WHAT THE PAPER FOUND</a:t>
            </a:r>
          </a:p>
        </p:txBody>
      </p:sp>
      <p:sp>
        <p:nvSpPr>
          <p:cNvPr id="9" name="Bar label 1"/>
          <p:cNvSpPr txBox="1"/>
          <p:nvPr/>
        </p:nvSpPr>
        <p:spPr>
          <a:xfrm>
            <a:off x="9800000" y="3000000"/>
            <a:ext cx="3500000" cy="480000"/>
          </a:xfrm>
          <a:prstGeom prst="rect">
            <a:avLst/>
          </a:prstGeom>
          <a:noFill/>
        </p:spPr>
        <p:txBody>
          <a:bodyPr wrap="square" lIns="0" tIns="0" rIns="0" bIns="0" anchor="ctr">
            <a:noAutofit/>
          </a:bodyPr>
          <a:lstStyle/>
          <a:p>
            <a:pPr>
              <a:spcAft>
                <a:spcPts val="0"/>
              </a:spcAft>
            </a:pPr>
            <a:r>
              <a:rPr sz="2400" b="1">
                <a:solidFill>
                  <a:srgbClr val="143B54"/>
                </a:solidFill>
                <a:latin typeface="Arial"/>
              </a:rPr>
              <a:t>Semantic entropy</a:t>
            </a:r>
          </a:p>
        </p:txBody>
      </p:sp>
      <p:sp>
        <p:nvSpPr>
          <p:cNvPr id="10" name="Bar 1"/>
          <p:cNvSpPr/>
          <p:nvPr/>
        </p:nvSpPr>
        <p:spPr>
          <a:xfrm>
            <a:off x="13400000" y="3090000"/>
            <a:ext cx="1896000" cy="300000"/>
          </a:xfrm>
          <a:prstGeom prst="rect">
            <a:avLst/>
          </a:prstGeom>
          <a:solidFill>
            <a:srgbClr val="2A7AA8"/>
          </a:solidFill>
          <a:ln>
            <a:noFill/>
          </a:ln>
          <a:effectLst/>
        </p:spPr>
        <p:txBody>
          <a:bodyPr rtlCol="0" anchor="ctr"/>
          <a:lstStyle/>
          <a:p>
            <a:pPr algn="ctr"/>
            <a:endParaRPr/>
          </a:p>
        </p:txBody>
      </p:sp>
      <p:sp>
        <p:nvSpPr>
          <p:cNvPr id="11" name="Bar value 1"/>
          <p:cNvSpPr txBox="1"/>
          <p:nvPr/>
        </p:nvSpPr>
        <p:spPr>
          <a:xfrm>
            <a:off x="15416000" y="3000000"/>
            <a:ext cx="900000" cy="480000"/>
          </a:xfrm>
          <a:prstGeom prst="rect">
            <a:avLst/>
          </a:prstGeom>
          <a:noFill/>
        </p:spPr>
        <p:txBody>
          <a:bodyPr wrap="square" lIns="0" tIns="0" rIns="0" bIns="0" anchor="ctr">
            <a:noAutofit/>
          </a:bodyPr>
          <a:lstStyle/>
          <a:p>
            <a:pPr>
              <a:spcAft>
                <a:spcPts val="0"/>
              </a:spcAft>
            </a:pPr>
            <a:r>
              <a:rPr sz="2400" b="1">
                <a:solidFill>
                  <a:srgbClr val="143B54"/>
                </a:solidFill>
                <a:latin typeface="Arial"/>
              </a:rPr>
              <a:t>0.79</a:t>
            </a:r>
          </a:p>
        </p:txBody>
      </p:sp>
      <p:sp>
        <p:nvSpPr>
          <p:cNvPr id="12" name="Bar label 2"/>
          <p:cNvSpPr txBox="1"/>
          <p:nvPr/>
        </p:nvSpPr>
        <p:spPr>
          <a:xfrm>
            <a:off x="9800000" y="3480000"/>
            <a:ext cx="3500000" cy="480000"/>
          </a:xfrm>
          <a:prstGeom prst="rect">
            <a:avLst/>
          </a:prstGeom>
          <a:noFill/>
        </p:spPr>
        <p:txBody>
          <a:bodyPr wrap="square" lIns="0" tIns="0" rIns="0" bIns="0" anchor="ctr">
            <a:noAutofit/>
          </a:bodyPr>
          <a:lstStyle/>
          <a:p>
            <a:pPr>
              <a:spcAft>
                <a:spcPts val="0"/>
              </a:spcAft>
            </a:pPr>
            <a:r>
              <a:rPr sz="2400" b="0">
                <a:solidFill>
                  <a:srgbClr val="143B54"/>
                </a:solidFill>
                <a:latin typeface="Arial"/>
              </a:rPr>
              <a:t>P(True)</a:t>
            </a:r>
          </a:p>
        </p:txBody>
      </p:sp>
      <p:sp>
        <p:nvSpPr>
          <p:cNvPr id="13" name="Bar 2"/>
          <p:cNvSpPr/>
          <p:nvPr/>
        </p:nvSpPr>
        <p:spPr>
          <a:xfrm>
            <a:off x="13400000" y="3570000"/>
            <a:ext cx="1675200" cy="300000"/>
          </a:xfrm>
          <a:prstGeom prst="rect">
            <a:avLst/>
          </a:prstGeom>
          <a:solidFill>
            <a:srgbClr val="B9C9D3"/>
          </a:solidFill>
          <a:ln>
            <a:noFill/>
          </a:ln>
          <a:effectLst/>
        </p:spPr>
        <p:txBody>
          <a:bodyPr rtlCol="0" anchor="ctr"/>
          <a:lstStyle/>
          <a:p>
            <a:pPr algn="ctr"/>
            <a:endParaRPr/>
          </a:p>
        </p:txBody>
      </p:sp>
      <p:sp>
        <p:nvSpPr>
          <p:cNvPr id="14" name="Bar value 2"/>
          <p:cNvSpPr txBox="1"/>
          <p:nvPr/>
        </p:nvSpPr>
        <p:spPr>
          <a:xfrm>
            <a:off x="15195200" y="3480000"/>
            <a:ext cx="900000" cy="480000"/>
          </a:xfrm>
          <a:prstGeom prst="rect">
            <a:avLst/>
          </a:prstGeom>
          <a:noFill/>
        </p:spPr>
        <p:txBody>
          <a:bodyPr wrap="square" lIns="0" tIns="0" rIns="0" bIns="0" anchor="ctr">
            <a:noAutofit/>
          </a:bodyPr>
          <a:lstStyle/>
          <a:p>
            <a:pPr>
              <a:spcAft>
                <a:spcPts val="0"/>
              </a:spcAft>
            </a:pPr>
            <a:r>
              <a:rPr sz="2400" b="0">
                <a:solidFill>
                  <a:srgbClr val="143B54"/>
                </a:solidFill>
                <a:latin typeface="Arial"/>
              </a:rPr>
              <a:t>0.70</a:t>
            </a:r>
          </a:p>
        </p:txBody>
      </p:sp>
      <p:sp>
        <p:nvSpPr>
          <p:cNvPr id="15" name="Bar label 3"/>
          <p:cNvSpPr txBox="1"/>
          <p:nvPr/>
        </p:nvSpPr>
        <p:spPr>
          <a:xfrm>
            <a:off x="9800000" y="3960000"/>
            <a:ext cx="3500000" cy="480000"/>
          </a:xfrm>
          <a:prstGeom prst="rect">
            <a:avLst/>
          </a:prstGeom>
          <a:noFill/>
        </p:spPr>
        <p:txBody>
          <a:bodyPr wrap="square" lIns="0" tIns="0" rIns="0" bIns="0" anchor="ctr">
            <a:noAutofit/>
          </a:bodyPr>
          <a:lstStyle/>
          <a:p>
            <a:pPr>
              <a:spcAft>
                <a:spcPts val="0"/>
              </a:spcAft>
            </a:pPr>
            <a:r>
              <a:rPr sz="2400" b="0">
                <a:solidFill>
                  <a:srgbClr val="143B54"/>
                </a:solidFill>
                <a:latin typeface="Arial"/>
              </a:rPr>
              <a:t>Naive entropy</a:t>
            </a:r>
          </a:p>
        </p:txBody>
      </p:sp>
      <p:sp>
        <p:nvSpPr>
          <p:cNvPr id="16" name="Bar 3"/>
          <p:cNvSpPr/>
          <p:nvPr/>
        </p:nvSpPr>
        <p:spPr>
          <a:xfrm>
            <a:off x="13400000" y="4050000"/>
            <a:ext cx="1658399" cy="300000"/>
          </a:xfrm>
          <a:prstGeom prst="rect">
            <a:avLst/>
          </a:prstGeom>
          <a:solidFill>
            <a:srgbClr val="B9C9D3"/>
          </a:solidFill>
          <a:ln>
            <a:noFill/>
          </a:ln>
          <a:effectLst/>
        </p:spPr>
        <p:txBody>
          <a:bodyPr rtlCol="0" anchor="ctr"/>
          <a:lstStyle/>
          <a:p>
            <a:pPr algn="ctr"/>
            <a:endParaRPr/>
          </a:p>
        </p:txBody>
      </p:sp>
      <p:sp>
        <p:nvSpPr>
          <p:cNvPr id="17" name="Bar value 3"/>
          <p:cNvSpPr txBox="1"/>
          <p:nvPr/>
        </p:nvSpPr>
        <p:spPr>
          <a:xfrm>
            <a:off x="15178399" y="3960000"/>
            <a:ext cx="900000" cy="480000"/>
          </a:xfrm>
          <a:prstGeom prst="rect">
            <a:avLst/>
          </a:prstGeom>
          <a:noFill/>
        </p:spPr>
        <p:txBody>
          <a:bodyPr wrap="square" lIns="0" tIns="0" rIns="0" bIns="0" anchor="ctr">
            <a:noAutofit/>
          </a:bodyPr>
          <a:lstStyle/>
          <a:p>
            <a:pPr>
              <a:spcAft>
                <a:spcPts val="0"/>
              </a:spcAft>
            </a:pPr>
            <a:r>
              <a:rPr sz="2400" b="0">
                <a:solidFill>
                  <a:srgbClr val="143B54"/>
                </a:solidFill>
                <a:latin typeface="Arial"/>
              </a:rPr>
              <a:t>0.69</a:t>
            </a:r>
          </a:p>
        </p:txBody>
      </p:sp>
      <p:sp>
        <p:nvSpPr>
          <p:cNvPr id="18" name="Bar label 4"/>
          <p:cNvSpPr txBox="1"/>
          <p:nvPr/>
        </p:nvSpPr>
        <p:spPr>
          <a:xfrm>
            <a:off x="9800000" y="4440000"/>
            <a:ext cx="3500000" cy="480000"/>
          </a:xfrm>
          <a:prstGeom prst="rect">
            <a:avLst/>
          </a:prstGeom>
          <a:noFill/>
        </p:spPr>
        <p:txBody>
          <a:bodyPr wrap="square" lIns="0" tIns="0" rIns="0" bIns="0" anchor="ctr">
            <a:noAutofit/>
          </a:bodyPr>
          <a:lstStyle/>
          <a:p>
            <a:pPr>
              <a:spcAft>
                <a:spcPts val="0"/>
              </a:spcAft>
            </a:pPr>
            <a:r>
              <a:rPr sz="2400" b="0">
                <a:solidFill>
                  <a:srgbClr val="143B54"/>
                </a:solidFill>
                <a:latin typeface="Arial"/>
              </a:rPr>
              <a:t>Embedding regression</a:t>
            </a:r>
          </a:p>
        </p:txBody>
      </p:sp>
      <p:sp>
        <p:nvSpPr>
          <p:cNvPr id="19" name="Bar 4"/>
          <p:cNvSpPr/>
          <p:nvPr/>
        </p:nvSpPr>
        <p:spPr>
          <a:xfrm>
            <a:off x="13400000" y="4530000"/>
            <a:ext cx="1648800" cy="300000"/>
          </a:xfrm>
          <a:prstGeom prst="rect">
            <a:avLst/>
          </a:prstGeom>
          <a:solidFill>
            <a:srgbClr val="B9C9D3"/>
          </a:solidFill>
          <a:ln>
            <a:noFill/>
          </a:ln>
          <a:effectLst/>
        </p:spPr>
        <p:txBody>
          <a:bodyPr rtlCol="0" anchor="ctr"/>
          <a:lstStyle/>
          <a:p>
            <a:pPr algn="ctr"/>
            <a:endParaRPr/>
          </a:p>
        </p:txBody>
      </p:sp>
      <p:sp>
        <p:nvSpPr>
          <p:cNvPr id="20" name="Bar value 4"/>
          <p:cNvSpPr txBox="1"/>
          <p:nvPr/>
        </p:nvSpPr>
        <p:spPr>
          <a:xfrm>
            <a:off x="15168800" y="4440000"/>
            <a:ext cx="900000" cy="480000"/>
          </a:xfrm>
          <a:prstGeom prst="rect">
            <a:avLst/>
          </a:prstGeom>
          <a:noFill/>
        </p:spPr>
        <p:txBody>
          <a:bodyPr wrap="square" lIns="0" tIns="0" rIns="0" bIns="0" anchor="ctr">
            <a:noAutofit/>
          </a:bodyPr>
          <a:lstStyle/>
          <a:p>
            <a:pPr>
              <a:spcAft>
                <a:spcPts val="0"/>
              </a:spcAft>
            </a:pPr>
            <a:r>
              <a:rPr sz="2400" b="0">
                <a:solidFill>
                  <a:srgbClr val="143B54"/>
                </a:solidFill>
                <a:latin typeface="Arial"/>
              </a:rPr>
              <a:t>0.69</a:t>
            </a:r>
          </a:p>
        </p:txBody>
      </p:sp>
      <p:sp>
        <p:nvSpPr>
          <p:cNvPr id="21" name="Chart caption"/>
          <p:cNvSpPr txBox="1"/>
          <p:nvPr/>
        </p:nvSpPr>
        <p:spPr>
          <a:xfrm>
            <a:off x="9800000" y="5020000"/>
            <a:ext cx="7383000" cy="700000"/>
          </a:xfrm>
          <a:prstGeom prst="rect">
            <a:avLst/>
          </a:prstGeom>
          <a:noFill/>
        </p:spPr>
        <p:txBody>
          <a:bodyPr wrap="square" lIns="0" tIns="0" rIns="0" bIns="0" anchor="t">
            <a:noAutofit/>
          </a:bodyPr>
          <a:lstStyle/>
          <a:p>
            <a:pPr>
              <a:spcAft>
                <a:spcPts val="0"/>
              </a:spcAft>
            </a:pPr>
            <a:r>
              <a:rPr sz="1875" b="0">
                <a:solidFill>
                  <a:srgbClr val="5E7480"/>
                </a:solidFill>
                <a:latin typeface="Arial"/>
              </a:rPr>
              <a:t>AUROC for flagging wrong answers (0.5 is chance), averaged over 30 task and model combinations.</a:t>
            </a:r>
          </a:p>
        </p:txBody>
      </p:sp>
      <p:sp>
        <p:nvSpPr>
          <p:cNvPr id="22" name="Right text"/>
          <p:cNvSpPr txBox="1"/>
          <p:nvPr/>
        </p:nvSpPr>
        <p:spPr>
          <a:xfrm>
            <a:off x="9800000" y="5870000"/>
            <a:ext cx="7383000" cy="2300000"/>
          </a:xfrm>
          <a:prstGeom prst="rect">
            <a:avLst/>
          </a:prstGeom>
          <a:noFill/>
        </p:spPr>
        <p:txBody>
          <a:bodyPr wrap="square" lIns="0" tIns="0" rIns="0" bIns="0" anchor="t">
            <a:noAutofit/>
          </a:bodyPr>
          <a:lstStyle/>
          <a:p>
            <a:pPr>
              <a:spcAft>
                <a:spcPts val="1200"/>
              </a:spcAft>
            </a:pPr>
            <a:r>
              <a:rPr sz="2400" b="0">
                <a:solidFill>
                  <a:srgbClr val="143B54"/>
                </a:solidFill>
                <a:latin typeface="Arial"/>
              </a:rPr>
              <a:t>Works on a paragraph too: split it into claims, then score each claim.</a:t>
            </a:r>
          </a:p>
          <a:p>
            <a:pPr>
              <a:spcAft>
                <a:spcPts val="1200"/>
              </a:spcAft>
            </a:pPr>
            <a:r>
              <a:rPr sz="2400" b="0">
                <a:solidFill>
                  <a:srgbClr val="143B54"/>
                </a:solidFill>
                <a:latin typeface="Arial"/>
              </a:rPr>
              <a:t>Later work (Kossen et al., 2024) predicts it from the hidden states of one answer, with no resampling.</a:t>
            </a:r>
          </a:p>
        </p:txBody>
      </p:sp>
      <p:sp>
        <p:nvSpPr>
          <p:cNvPr id="23" name="Citation"/>
          <p:cNvSpPr txBox="1"/>
          <p:nvPr/>
        </p:nvSpPr>
        <p:spPr>
          <a:xfrm>
            <a:off x="1104900" y="8420000"/>
            <a:ext cx="17000000" cy="380000"/>
          </a:xfrm>
          <a:prstGeom prst="rect">
            <a:avLst/>
          </a:prstGeom>
          <a:noFill/>
        </p:spPr>
        <p:txBody>
          <a:bodyPr wrap="square" lIns="0" tIns="0" rIns="0" bIns="0" anchor="t">
            <a:noAutofit/>
          </a:bodyPr>
          <a:lstStyle/>
          <a:p>
            <a:pPr>
              <a:spcAft>
                <a:spcPts val="0"/>
              </a:spcAft>
            </a:pPr>
            <a:r>
              <a:rPr sz="2025" b="0">
                <a:solidFill>
                  <a:srgbClr val="5E7480"/>
                </a:solidFill>
                <a:latin typeface="Arial"/>
              </a:rPr>
              <a:t>Farquhar, Kossen, Kuhn &amp; Gal (2024), Nature 630, 625–630. Kossen et al. (2024), arXiv:2406.15927.</a:t>
            </a:r>
          </a:p>
        </p:txBody>
      </p:sp>
      <p:sp>
        <p:nvSpPr>
          <p:cNvPr id="24" name="Band"/>
          <p:cNvSpPr/>
          <p:nvPr/>
        </p:nvSpPr>
        <p:spPr>
          <a:xfrm>
            <a:off x="0" y="8960000"/>
            <a:ext cx="18288000" cy="1327000"/>
          </a:xfrm>
          <a:prstGeom prst="rect">
            <a:avLst/>
          </a:prstGeom>
          <a:solidFill>
            <a:srgbClr val="E8F1F8"/>
          </a:solidFill>
          <a:ln>
            <a:noFill/>
          </a:ln>
          <a:effectLst/>
        </p:spPr>
        <p:txBody>
          <a:bodyPr rtlCol="0" anchor="ctr"/>
          <a:lstStyle/>
          <a:p>
            <a:pPr algn="ctr"/>
            <a:endParaRPr/>
          </a:p>
        </p:txBody>
      </p:sp>
      <p:sp>
        <p:nvSpPr>
          <p:cNvPr id="25" name="Takeaway"/>
          <p:cNvSpPr txBox="1"/>
          <p:nvPr/>
        </p:nvSpPr>
        <p:spPr>
          <a:xfrm>
            <a:off x="1104900" y="8960000"/>
            <a:ext cx="17000000" cy="1327000"/>
          </a:xfrm>
          <a:prstGeom prst="rect">
            <a:avLst/>
          </a:prstGeom>
          <a:noFill/>
        </p:spPr>
        <p:txBody>
          <a:bodyPr wrap="square" lIns="0" tIns="0" rIns="0" bIns="0" anchor="ctr">
            <a:noAutofit/>
          </a:bodyPr>
          <a:lstStyle/>
          <a:p>
            <a:pPr>
              <a:spcAft>
                <a:spcPts val="0"/>
              </a:spcAft>
            </a:pPr>
            <a:r>
              <a:rPr sz="2400" b="1">
                <a:solidFill>
                  <a:srgbClr val="143B54"/>
                </a:solidFill>
                <a:latin typeface="Arial"/>
              </a:rPr>
              <a:t>It catches a model that is making things up. It cannot catch one that is consistently wrong.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4672719"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Grounding helps</a:t>
            </a:r>
            <a:endParaRPr lang="en-US" sz="4350" dirty="0"/>
          </a:p>
        </p:txBody>
      </p:sp>
      <p:sp>
        <p:nvSpPr>
          <p:cNvPr id="3" name="Text 1"/>
          <p:cNvSpPr/>
          <p:nvPr/>
        </p:nvSpPr>
        <p:spPr>
          <a:xfrm>
            <a:off x="1156246" y="1575346"/>
            <a:ext cx="16753848" cy="763786"/>
          </a:xfrm>
          <a:prstGeom prst="rect">
            <a:avLst/>
          </a:prstGeom>
          <a:noFill/>
          <a:ln/>
        </p:spPr>
        <p:txBody>
          <a:bodyPr wrap="square" lIns="25400" tIns="25400" rIns="25400" bIns="25400" rtlCol="0" anchor="t">
            <a:normAutofit lnSpcReduction="10000"/>
          </a:bodyPr>
          <a:lstStyle/>
          <a:p>
            <a:pPr marL="0" indent="0" algn="l">
              <a:lnSpc>
                <a:spcPct val="111308"/>
              </a:lnSpc>
              <a:buNone/>
            </a:pPr>
            <a:r>
              <a:rPr lang="en-US" sz="2220" dirty="0">
                <a:solidFill>
                  <a:srgbClr val="123A4C"/>
                </a:solidFill>
                <a:latin typeface="Arial" pitchFamily="34" charset="0"/>
                <a:ea typeface="Arial" pitchFamily="34" charset="-122"/>
                <a:cs typeface="Arial" pitchFamily="34" charset="-120"/>
              </a:rPr>
              <a:t>RAG grounds the answer in retrieved passages. It </a:t>
            </a:r>
            <a:r>
              <a:rPr lang="en-US" sz="2220" b="1" dirty="0">
                <a:solidFill>
                  <a:srgbClr val="123A4C"/>
                </a:solidFill>
                <a:latin typeface="Arial" pitchFamily="34" charset="0"/>
                <a:ea typeface="Arial" pitchFamily="34" charset="-122"/>
                <a:cs typeface="Arial" pitchFamily="34" charset="-120"/>
              </a:rPr>
              <a:t>moves </a:t>
            </a:r>
            <a:r>
              <a:rPr lang="en-US" sz="2220" dirty="0">
                <a:solidFill>
                  <a:srgbClr val="123A4C"/>
                </a:solidFill>
                <a:latin typeface="Arial" pitchFamily="34" charset="0"/>
                <a:ea typeface="Arial" pitchFamily="34" charset="-122"/>
                <a:cs typeface="Arial" pitchFamily="34" charset="-120"/>
              </a:rPr>
              <a:t>the failure surface: “does the model know this?” becomes “was the right passage retrieved, and did the model use it?” Zhang &amp; Zhang (2025), Mathematics 13(5), 856</a:t>
            </a:r>
            <a:endParaRPr lang="en-US" sz="1200" dirty="0"/>
          </a:p>
        </p:txBody>
      </p:sp>
      <p:sp>
        <p:nvSpPr>
          <p:cNvPr id="4" name="Text 2"/>
          <p:cNvSpPr/>
          <p:nvPr/>
        </p:nvSpPr>
        <p:spPr>
          <a:xfrm>
            <a:off x="1156246" y="2212658"/>
            <a:ext cx="16753848" cy="366564"/>
          </a:xfrm>
          <a:prstGeom prst="rect">
            <a:avLst/>
          </a:prstGeom>
          <a:noFill/>
          <a:ln/>
        </p:spPr>
        <p:txBody>
          <a:bodyPr wrap="square" lIns="25400" tIns="25400" rIns="25400" bIns="25400" rtlCol="0" anchor="t">
            <a:normAutofit lnSpcReduction="10000"/>
          </a:bodyPr>
          <a:lstStyle/>
          <a:p>
            <a:pPr marL="0" indent="0" algn="l">
              <a:lnSpc>
                <a:spcPct val="111308"/>
              </a:lnSpc>
              <a:buNone/>
            </a:pPr>
            <a:r>
              <a:rPr lang="en-US" sz="2010" dirty="0">
                <a:solidFill>
                  <a:srgbClr val="37474F"/>
                </a:solidFill>
                <a:latin typeface="Arial" pitchFamily="34" charset="0"/>
                <a:ea typeface="Arial" pitchFamily="34" charset="-122"/>
                <a:cs typeface="Arial" pitchFamily="34" charset="-120"/>
              </a:rPr>
              <a:t>​</a:t>
            </a:r>
            <a:endParaRPr lang="en-US" sz="2010" dirty="0"/>
          </a:p>
        </p:txBody>
      </p:sp>
      <p:sp>
        <p:nvSpPr>
          <p:cNvPr id="5" name="Shape 3"/>
          <p:cNvSpPr/>
          <p:nvPr/>
        </p:nvSpPr>
        <p:spPr>
          <a:xfrm>
            <a:off x="2712690" y="3013725"/>
            <a:ext cx="12862545" cy="28575"/>
          </a:xfrm>
          <a:prstGeom prst="rect">
            <a:avLst/>
          </a:prstGeom>
          <a:solidFill>
            <a:srgbClr val="C6D7EC"/>
          </a:solidFill>
          <a:ln/>
        </p:spPr>
        <p:txBody>
          <a:bodyPr/>
          <a:lstStyle/>
          <a:p>
            <a:endParaRPr lang="en-GB"/>
          </a:p>
        </p:txBody>
      </p:sp>
      <p:sp>
        <p:nvSpPr>
          <p:cNvPr id="6" name="Shape 4"/>
          <p:cNvSpPr/>
          <p:nvPr/>
        </p:nvSpPr>
        <p:spPr>
          <a:xfrm>
            <a:off x="2588865" y="2908950"/>
            <a:ext cx="247650" cy="247650"/>
          </a:xfrm>
          <a:prstGeom prst="ellipse">
            <a:avLst/>
          </a:prstGeom>
          <a:solidFill>
            <a:srgbClr val="FCFDFD"/>
          </a:solidFill>
          <a:ln w="28575">
            <a:solidFill>
              <a:srgbClr val="4A7FC1"/>
            </a:solidFill>
            <a:prstDash val="solid"/>
          </a:ln>
        </p:spPr>
        <p:txBody>
          <a:bodyPr/>
          <a:lstStyle/>
          <a:p>
            <a:endParaRPr lang="en-GB"/>
          </a:p>
        </p:txBody>
      </p:sp>
      <p:sp>
        <p:nvSpPr>
          <p:cNvPr id="7" name="Text 5"/>
          <p:cNvSpPr/>
          <p:nvPr/>
        </p:nvSpPr>
        <p:spPr>
          <a:xfrm>
            <a:off x="1722016" y="3360420"/>
            <a:ext cx="1982242" cy="323776"/>
          </a:xfrm>
          <a:prstGeom prst="rect">
            <a:avLst/>
          </a:prstGeom>
          <a:noFill/>
          <a:ln/>
        </p:spPr>
        <p:txBody>
          <a:bodyPr wrap="square" lIns="25400" tIns="25400" rIns="25400" bIns="25400" rtlCol="0" anchor="t">
            <a:normAutofit lnSpcReduction="10000"/>
          </a:bodyPr>
          <a:lstStyle/>
          <a:p>
            <a:pPr marL="0" indent="0" algn="ctr">
              <a:lnSpc>
                <a:spcPct val="96086"/>
              </a:lnSpc>
              <a:buNone/>
            </a:pPr>
            <a:r>
              <a:rPr lang="en-US" sz="2025" dirty="0">
                <a:solidFill>
                  <a:srgbClr val="123A4C"/>
                </a:solidFill>
                <a:latin typeface="Arial" pitchFamily="34" charset="0"/>
                <a:ea typeface="Arial" pitchFamily="34" charset="-122"/>
                <a:cs typeface="Arial" pitchFamily="34" charset="-120"/>
              </a:rPr>
              <a:t>your question</a:t>
            </a:r>
            <a:endParaRPr lang="en-US" sz="2025" dirty="0"/>
          </a:p>
        </p:txBody>
      </p:sp>
      <p:sp>
        <p:nvSpPr>
          <p:cNvPr id="8" name="Shape 6"/>
          <p:cNvSpPr/>
          <p:nvPr/>
        </p:nvSpPr>
        <p:spPr>
          <a:xfrm>
            <a:off x="5804520" y="2908950"/>
            <a:ext cx="247650" cy="247650"/>
          </a:xfrm>
          <a:prstGeom prst="ellipse">
            <a:avLst/>
          </a:prstGeom>
          <a:solidFill>
            <a:srgbClr val="4A7FC1"/>
          </a:solidFill>
          <a:ln w="28575">
            <a:solidFill>
              <a:srgbClr val="4A7FC1"/>
            </a:solidFill>
            <a:prstDash val="solid"/>
          </a:ln>
        </p:spPr>
        <p:txBody>
          <a:bodyPr/>
          <a:lstStyle/>
          <a:p>
            <a:endParaRPr lang="en-GB"/>
          </a:p>
        </p:txBody>
      </p:sp>
      <p:sp>
        <p:nvSpPr>
          <p:cNvPr id="9" name="Text 7"/>
          <p:cNvSpPr/>
          <p:nvPr/>
        </p:nvSpPr>
        <p:spPr>
          <a:xfrm>
            <a:off x="5331991" y="3360420"/>
            <a:ext cx="1193527" cy="323776"/>
          </a:xfrm>
          <a:prstGeom prst="rect">
            <a:avLst/>
          </a:prstGeom>
          <a:noFill/>
          <a:ln/>
        </p:spPr>
        <p:txBody>
          <a:bodyPr wrap="square" lIns="25400" tIns="25400" rIns="25400" bIns="25400" rtlCol="0" anchor="t">
            <a:normAutofit lnSpcReduction="10000"/>
          </a:bodyPr>
          <a:lstStyle/>
          <a:p>
            <a:pPr marL="0" indent="0" algn="ctr">
              <a:lnSpc>
                <a:spcPct val="96086"/>
              </a:lnSpc>
              <a:buNone/>
            </a:pPr>
            <a:r>
              <a:rPr lang="en-US" sz="2025" dirty="0">
                <a:solidFill>
                  <a:srgbClr val="123A4C"/>
                </a:solidFill>
                <a:latin typeface="Arial" pitchFamily="34" charset="0"/>
                <a:ea typeface="Arial" pitchFamily="34" charset="-122"/>
                <a:cs typeface="Arial" pitchFamily="34" charset="-120"/>
              </a:rPr>
              <a:t>retriever</a:t>
            </a:r>
            <a:endParaRPr lang="en-US" sz="2025" dirty="0"/>
          </a:p>
        </p:txBody>
      </p:sp>
      <p:sp>
        <p:nvSpPr>
          <p:cNvPr id="10" name="Shape 8"/>
          <p:cNvSpPr/>
          <p:nvPr/>
        </p:nvSpPr>
        <p:spPr>
          <a:xfrm>
            <a:off x="9020175" y="2908950"/>
            <a:ext cx="247650" cy="247650"/>
          </a:xfrm>
          <a:prstGeom prst="ellipse">
            <a:avLst/>
          </a:prstGeom>
          <a:solidFill>
            <a:srgbClr val="FCFDFD"/>
          </a:solidFill>
          <a:ln w="28575">
            <a:solidFill>
              <a:srgbClr val="4A7FC1"/>
            </a:solidFill>
            <a:prstDash val="solid"/>
          </a:ln>
        </p:spPr>
        <p:txBody>
          <a:bodyPr/>
          <a:lstStyle/>
          <a:p>
            <a:endParaRPr lang="en-GB"/>
          </a:p>
        </p:txBody>
      </p:sp>
      <p:sp>
        <p:nvSpPr>
          <p:cNvPr id="11" name="Text 9"/>
          <p:cNvSpPr/>
          <p:nvPr/>
        </p:nvSpPr>
        <p:spPr>
          <a:xfrm>
            <a:off x="8427616" y="3360420"/>
            <a:ext cx="1432620" cy="323776"/>
          </a:xfrm>
          <a:prstGeom prst="rect">
            <a:avLst/>
          </a:prstGeom>
          <a:noFill/>
          <a:ln/>
        </p:spPr>
        <p:txBody>
          <a:bodyPr wrap="square" lIns="25400" tIns="25400" rIns="25400" bIns="25400" rtlCol="0" anchor="t">
            <a:normAutofit lnSpcReduction="10000"/>
          </a:bodyPr>
          <a:lstStyle/>
          <a:p>
            <a:pPr marL="0" indent="0" algn="ctr">
              <a:lnSpc>
                <a:spcPct val="96086"/>
              </a:lnSpc>
              <a:buNone/>
            </a:pPr>
            <a:r>
              <a:rPr lang="en-US" sz="2025" dirty="0">
                <a:solidFill>
                  <a:srgbClr val="123A4C"/>
                </a:solidFill>
                <a:latin typeface="Arial" pitchFamily="34" charset="0"/>
                <a:ea typeface="Arial" pitchFamily="34" charset="-122"/>
                <a:cs typeface="Arial" pitchFamily="34" charset="-120"/>
              </a:rPr>
              <a:t>passages</a:t>
            </a:r>
            <a:endParaRPr lang="en-US" sz="2025" dirty="0"/>
          </a:p>
        </p:txBody>
      </p:sp>
      <p:sp>
        <p:nvSpPr>
          <p:cNvPr id="12" name="Shape 10"/>
          <p:cNvSpPr/>
          <p:nvPr/>
        </p:nvSpPr>
        <p:spPr>
          <a:xfrm>
            <a:off x="12235755" y="2908950"/>
            <a:ext cx="247650" cy="247650"/>
          </a:xfrm>
          <a:prstGeom prst="ellipse">
            <a:avLst/>
          </a:prstGeom>
          <a:solidFill>
            <a:srgbClr val="4A7FC1"/>
          </a:solidFill>
          <a:ln w="28575">
            <a:solidFill>
              <a:srgbClr val="4A7FC1"/>
            </a:solidFill>
            <a:prstDash val="solid"/>
          </a:ln>
        </p:spPr>
        <p:txBody>
          <a:bodyPr/>
          <a:lstStyle/>
          <a:p>
            <a:endParaRPr lang="en-GB"/>
          </a:p>
        </p:txBody>
      </p:sp>
      <p:sp>
        <p:nvSpPr>
          <p:cNvPr id="13" name="Text 11"/>
          <p:cNvSpPr/>
          <p:nvPr/>
        </p:nvSpPr>
        <p:spPr>
          <a:xfrm>
            <a:off x="11883330" y="3360420"/>
            <a:ext cx="951607" cy="323776"/>
          </a:xfrm>
          <a:prstGeom prst="rect">
            <a:avLst/>
          </a:prstGeom>
          <a:noFill/>
          <a:ln/>
        </p:spPr>
        <p:txBody>
          <a:bodyPr wrap="square" lIns="25400" tIns="25400" rIns="25400" bIns="25400" rtlCol="0" anchor="t">
            <a:normAutofit lnSpcReduction="10000"/>
          </a:bodyPr>
          <a:lstStyle/>
          <a:p>
            <a:pPr marL="0" indent="0" algn="ctr">
              <a:lnSpc>
                <a:spcPct val="96086"/>
              </a:lnSpc>
              <a:buNone/>
            </a:pPr>
            <a:r>
              <a:rPr lang="en-US" sz="2025" dirty="0">
                <a:solidFill>
                  <a:srgbClr val="123A4C"/>
                </a:solidFill>
                <a:latin typeface="Arial" pitchFamily="34" charset="0"/>
                <a:ea typeface="Arial" pitchFamily="34" charset="-122"/>
                <a:cs typeface="Arial" pitchFamily="34" charset="-120"/>
              </a:rPr>
              <a:t>model</a:t>
            </a:r>
            <a:endParaRPr lang="en-US" sz="2025" dirty="0"/>
          </a:p>
        </p:txBody>
      </p:sp>
      <p:sp>
        <p:nvSpPr>
          <p:cNvPr id="14" name="Shape 12"/>
          <p:cNvSpPr/>
          <p:nvPr/>
        </p:nvSpPr>
        <p:spPr>
          <a:xfrm>
            <a:off x="15451410" y="2908950"/>
            <a:ext cx="247650" cy="247650"/>
          </a:xfrm>
          <a:prstGeom prst="ellipse">
            <a:avLst/>
          </a:prstGeom>
          <a:solidFill>
            <a:srgbClr val="FCFDFD"/>
          </a:solidFill>
          <a:ln w="28575">
            <a:solidFill>
              <a:srgbClr val="4A7FC1"/>
            </a:solidFill>
            <a:prstDash val="solid"/>
          </a:ln>
        </p:spPr>
        <p:txBody>
          <a:bodyPr/>
          <a:lstStyle/>
          <a:p>
            <a:endParaRPr lang="en-GB"/>
          </a:p>
        </p:txBody>
      </p:sp>
      <p:sp>
        <p:nvSpPr>
          <p:cNvPr id="15" name="Text 13"/>
          <p:cNvSpPr/>
          <p:nvPr/>
        </p:nvSpPr>
        <p:spPr>
          <a:xfrm>
            <a:off x="15042728" y="3360420"/>
            <a:ext cx="1064940" cy="323776"/>
          </a:xfrm>
          <a:prstGeom prst="rect">
            <a:avLst/>
          </a:prstGeom>
          <a:noFill/>
          <a:ln/>
        </p:spPr>
        <p:txBody>
          <a:bodyPr wrap="square" lIns="25400" tIns="25400" rIns="25400" bIns="25400" rtlCol="0" anchor="t">
            <a:normAutofit lnSpcReduction="10000"/>
          </a:bodyPr>
          <a:lstStyle/>
          <a:p>
            <a:pPr marL="0" indent="0" algn="ctr">
              <a:lnSpc>
                <a:spcPct val="96086"/>
              </a:lnSpc>
              <a:buNone/>
            </a:pPr>
            <a:r>
              <a:rPr lang="en-US" sz="2025" dirty="0">
                <a:solidFill>
                  <a:srgbClr val="123A4C"/>
                </a:solidFill>
                <a:latin typeface="Arial" pitchFamily="34" charset="0"/>
                <a:ea typeface="Arial" pitchFamily="34" charset="-122"/>
                <a:cs typeface="Arial" pitchFamily="34" charset="-120"/>
              </a:rPr>
              <a:t>answer</a:t>
            </a:r>
            <a:endParaRPr lang="en-US" sz="2025" dirty="0"/>
          </a:p>
        </p:txBody>
      </p:sp>
      <p:sp>
        <p:nvSpPr>
          <p:cNvPr id="16" name="Text 14"/>
          <p:cNvSpPr/>
          <p:nvPr/>
        </p:nvSpPr>
        <p:spPr>
          <a:xfrm>
            <a:off x="1194345" y="4284292"/>
            <a:ext cx="6046209" cy="399231"/>
          </a:xfrm>
          <a:prstGeom prst="rect">
            <a:avLst/>
          </a:prstGeom>
          <a:noFill/>
          <a:ln/>
        </p:spPr>
        <p:txBody>
          <a:bodyPr wrap="square" lIns="25400" tIns="25400" rIns="25400" bIns="25400" rtlCol="0" anchor="t">
            <a:noAutofit/>
          </a:bodyPr>
          <a:lstStyle/>
          <a:p>
            <a:pPr marL="0" indent="0" algn="l">
              <a:buNone/>
            </a:pPr>
            <a:r>
              <a:rPr lang="en-US" sz="2000" b="1" kern="0" spc="150" dirty="0">
                <a:solidFill>
                  <a:srgbClr val="2F5F9E"/>
                </a:solidFill>
                <a:latin typeface="Arial" pitchFamily="34" charset="0"/>
                <a:ea typeface="Arial" pitchFamily="34" charset="-122"/>
                <a:cs typeface="Arial" pitchFamily="34" charset="-120"/>
              </a:rPr>
              <a:t>RETRIEVAL FAILURE · 4 CAUSES</a:t>
            </a:r>
            <a:endParaRPr lang="en-US" sz="2000" dirty="0"/>
          </a:p>
        </p:txBody>
      </p:sp>
      <p:sp>
        <p:nvSpPr>
          <p:cNvPr id="17" name="Text 15"/>
          <p:cNvSpPr/>
          <p:nvPr/>
        </p:nvSpPr>
        <p:spPr>
          <a:xfrm>
            <a:off x="1194346" y="4831013"/>
            <a:ext cx="8873900" cy="404738"/>
          </a:xfrm>
          <a:prstGeom prst="rect">
            <a:avLst/>
          </a:prstGeom>
          <a:noFill/>
          <a:ln/>
        </p:spPr>
        <p:txBody>
          <a:bodyPr wrap="square" lIns="25400" tIns="25400" rIns="25400" bIns="25400" rtlCol="0" anchor="t">
            <a:normAutofit lnSpcReduction="10000"/>
          </a:bodyPr>
          <a:lstStyle/>
          <a:p>
            <a:pPr marL="0" indent="0" algn="l">
              <a:lnSpc>
                <a:spcPct val="104043"/>
              </a:lnSpc>
              <a:buNone/>
            </a:pPr>
            <a:r>
              <a:rPr lang="en-US" sz="2400" b="1" dirty="0">
                <a:solidFill>
                  <a:srgbClr val="123A4C"/>
                </a:solidFill>
                <a:latin typeface="Arial" pitchFamily="34" charset="0"/>
                <a:ea typeface="Arial" pitchFamily="34" charset="-122"/>
                <a:cs typeface="Arial" pitchFamily="34" charset="-120"/>
              </a:rPr>
              <a:t>The passage never reached the model.</a:t>
            </a:r>
            <a:endParaRPr lang="en-US" sz="2400" dirty="0"/>
          </a:p>
        </p:txBody>
      </p:sp>
      <p:sp>
        <p:nvSpPr>
          <p:cNvPr id="18" name="Text 16"/>
          <p:cNvSpPr/>
          <p:nvPr/>
        </p:nvSpPr>
        <p:spPr>
          <a:xfrm>
            <a:off x="1194346" y="5381603"/>
            <a:ext cx="8873900" cy="399231"/>
          </a:xfrm>
          <a:prstGeom prst="rect">
            <a:avLst/>
          </a:prstGeom>
          <a:noFill/>
          <a:ln/>
        </p:spPr>
        <p:txBody>
          <a:bodyPr wrap="square" lIns="25400" tIns="25400" rIns="25400" bIns="25400" rtlCol="0" anchor="t">
            <a:normAutofit lnSpcReduction="10000"/>
          </a:bodyPr>
          <a:lstStyle/>
          <a:p>
            <a:pPr marL="0" indent="0" algn="l">
              <a:lnSpc>
                <a:spcPct val="110789"/>
              </a:lnSpc>
              <a:buNone/>
            </a:pPr>
            <a:r>
              <a:rPr lang="en-US" sz="2220" dirty="0">
                <a:solidFill>
                  <a:srgbClr val="5E7480"/>
                </a:solidFill>
                <a:latin typeface="Arial" pitchFamily="34" charset="0"/>
                <a:ea typeface="Arial" pitchFamily="34" charset="-122"/>
                <a:cs typeface="Arial" pitchFamily="34" charset="-120"/>
              </a:rPr>
              <a:t>Data sources · queries · retrievers · retrieval strategy</a:t>
            </a:r>
            <a:endParaRPr lang="en-US" sz="2220" dirty="0"/>
          </a:p>
        </p:txBody>
      </p:sp>
      <p:sp>
        <p:nvSpPr>
          <p:cNvPr id="19" name="Text 17"/>
          <p:cNvSpPr/>
          <p:nvPr/>
        </p:nvSpPr>
        <p:spPr>
          <a:xfrm>
            <a:off x="9500145" y="4284292"/>
            <a:ext cx="7070465" cy="399231"/>
          </a:xfrm>
          <a:prstGeom prst="rect">
            <a:avLst/>
          </a:prstGeom>
          <a:noFill/>
          <a:ln/>
        </p:spPr>
        <p:txBody>
          <a:bodyPr wrap="square" lIns="25400" tIns="25400" rIns="25400" bIns="25400" rtlCol="0" anchor="t">
            <a:noAutofit/>
          </a:bodyPr>
          <a:lstStyle/>
          <a:p>
            <a:pPr marL="0" indent="0" algn="l">
              <a:buNone/>
            </a:pPr>
            <a:r>
              <a:rPr lang="en-US" sz="2000" b="1" kern="0" spc="150" dirty="0">
                <a:solidFill>
                  <a:srgbClr val="2F5F9E"/>
                </a:solidFill>
                <a:latin typeface="Arial" pitchFamily="34" charset="0"/>
                <a:ea typeface="Arial" pitchFamily="34" charset="-122"/>
                <a:cs typeface="Arial" pitchFamily="34" charset="-120"/>
              </a:rPr>
              <a:t>GENERATION DEFICIENCY · 5 CAUSES</a:t>
            </a:r>
            <a:endParaRPr lang="en-US" sz="2000" dirty="0"/>
          </a:p>
        </p:txBody>
      </p:sp>
      <p:sp>
        <p:nvSpPr>
          <p:cNvPr id="20" name="Text 18"/>
          <p:cNvSpPr/>
          <p:nvPr/>
        </p:nvSpPr>
        <p:spPr>
          <a:xfrm>
            <a:off x="9500146" y="4831013"/>
            <a:ext cx="8873900" cy="404738"/>
          </a:xfrm>
          <a:prstGeom prst="rect">
            <a:avLst/>
          </a:prstGeom>
          <a:noFill/>
          <a:ln/>
        </p:spPr>
        <p:txBody>
          <a:bodyPr wrap="square" lIns="25400" tIns="25400" rIns="25400" bIns="25400" rtlCol="0" anchor="t">
            <a:normAutofit lnSpcReduction="10000"/>
          </a:bodyPr>
          <a:lstStyle/>
          <a:p>
            <a:pPr marL="0" indent="0" algn="l">
              <a:lnSpc>
                <a:spcPct val="104043"/>
              </a:lnSpc>
              <a:buNone/>
            </a:pPr>
            <a:r>
              <a:rPr lang="en-US" sz="2400" b="1" dirty="0">
                <a:solidFill>
                  <a:srgbClr val="123A4C"/>
                </a:solidFill>
                <a:latin typeface="Arial" pitchFamily="34" charset="0"/>
                <a:ea typeface="Arial" pitchFamily="34" charset="-122"/>
                <a:cs typeface="Arial" pitchFamily="34" charset="-120"/>
              </a:rPr>
              <a:t>It was there and the model ignored it.</a:t>
            </a:r>
            <a:endParaRPr lang="en-US" sz="2400" dirty="0"/>
          </a:p>
        </p:txBody>
      </p:sp>
      <p:sp>
        <p:nvSpPr>
          <p:cNvPr id="21" name="Text 19"/>
          <p:cNvSpPr/>
          <p:nvPr/>
        </p:nvSpPr>
        <p:spPr>
          <a:xfrm>
            <a:off x="9500146" y="5381603"/>
            <a:ext cx="8301887" cy="690414"/>
          </a:xfrm>
          <a:prstGeom prst="rect">
            <a:avLst/>
          </a:prstGeom>
          <a:noFill/>
          <a:ln/>
        </p:spPr>
        <p:txBody>
          <a:bodyPr wrap="square" lIns="25400" tIns="25400" rIns="25400" bIns="25400" rtlCol="0" anchor="t">
            <a:normAutofit lnSpcReduction="10000"/>
          </a:bodyPr>
          <a:lstStyle/>
          <a:p>
            <a:pPr marL="0" indent="0" algn="l">
              <a:lnSpc>
                <a:spcPct val="100065"/>
              </a:lnSpc>
              <a:buNone/>
            </a:pPr>
            <a:r>
              <a:rPr lang="en-US" sz="2220" dirty="0">
                <a:solidFill>
                  <a:srgbClr val="5E7480"/>
                </a:solidFill>
                <a:latin typeface="Arial" pitchFamily="34" charset="0"/>
                <a:ea typeface="Arial" pitchFamily="34" charset="-122"/>
                <a:cs typeface="Arial" pitchFamily="34" charset="-120"/>
              </a:rPr>
              <a:t>Context noise · context conflict · middle curse · alignment · capability boundary</a:t>
            </a:r>
            <a:endParaRPr lang="en-US" sz="2220" dirty="0"/>
          </a:p>
        </p:txBody>
      </p:sp>
      <p:sp>
        <p:nvSpPr>
          <p:cNvPr id="22" name="Text 20"/>
          <p:cNvSpPr/>
          <p:nvPr/>
        </p:nvSpPr>
        <p:spPr>
          <a:xfrm>
            <a:off x="1194346" y="7867660"/>
            <a:ext cx="5397553" cy="399231"/>
          </a:xfrm>
          <a:prstGeom prst="rect">
            <a:avLst/>
          </a:prstGeom>
          <a:noFill/>
          <a:ln/>
        </p:spPr>
        <p:txBody>
          <a:bodyPr wrap="square" lIns="25400" tIns="25400" rIns="25400" bIns="25400" rtlCol="0" anchor="t">
            <a:noAutofit/>
          </a:bodyPr>
          <a:lstStyle/>
          <a:p>
            <a:pPr marL="0" indent="0" algn="l">
              <a:buNone/>
            </a:pPr>
            <a:r>
              <a:rPr lang="en-US" sz="2000" b="1" kern="0" spc="150" dirty="0">
                <a:solidFill>
                  <a:schemeClr val="accent2"/>
                </a:solidFill>
                <a:latin typeface="Arial" pitchFamily="34" charset="0"/>
                <a:ea typeface="Arial" pitchFamily="34" charset="-122"/>
                <a:cs typeface="Arial" pitchFamily="34" charset="-120"/>
              </a:rPr>
              <a:t>FINE-TUNING ON NEW FACTS</a:t>
            </a:r>
            <a:endParaRPr lang="en-US" sz="2000" dirty="0">
              <a:solidFill>
                <a:schemeClr val="accent2"/>
              </a:solidFill>
            </a:endParaRPr>
          </a:p>
        </p:txBody>
      </p:sp>
      <p:sp>
        <p:nvSpPr>
          <p:cNvPr id="23" name="Text 21"/>
          <p:cNvSpPr/>
          <p:nvPr/>
        </p:nvSpPr>
        <p:spPr>
          <a:xfrm>
            <a:off x="1194346" y="8413414"/>
            <a:ext cx="8873900" cy="404738"/>
          </a:xfrm>
          <a:prstGeom prst="rect">
            <a:avLst/>
          </a:prstGeom>
          <a:noFill/>
          <a:ln/>
        </p:spPr>
        <p:txBody>
          <a:bodyPr wrap="square" lIns="25400" tIns="25400" rIns="25400" bIns="25400" rtlCol="0" anchor="t">
            <a:normAutofit lnSpcReduction="10000"/>
          </a:bodyPr>
          <a:lstStyle/>
          <a:p>
            <a:pPr marL="0" indent="0" algn="l">
              <a:lnSpc>
                <a:spcPct val="104043"/>
              </a:lnSpc>
              <a:buNone/>
            </a:pPr>
            <a:r>
              <a:rPr lang="en-US" sz="2400" b="1" dirty="0">
                <a:solidFill>
                  <a:srgbClr val="123A4C"/>
                </a:solidFill>
                <a:latin typeface="Arial" pitchFamily="34" charset="0"/>
                <a:ea typeface="Arial" pitchFamily="34" charset="-122"/>
                <a:cs typeface="Arial" pitchFamily="34" charset="-120"/>
              </a:rPr>
              <a:t>Teaching it new knowledge raises the rate.</a:t>
            </a:r>
            <a:endParaRPr lang="en-US" sz="2400" dirty="0"/>
          </a:p>
        </p:txBody>
      </p:sp>
      <p:sp>
        <p:nvSpPr>
          <p:cNvPr id="24" name="Text 22"/>
          <p:cNvSpPr/>
          <p:nvPr/>
        </p:nvSpPr>
        <p:spPr>
          <a:xfrm>
            <a:off x="1194346" y="8964896"/>
            <a:ext cx="8301887" cy="690414"/>
          </a:xfrm>
          <a:prstGeom prst="rect">
            <a:avLst/>
          </a:prstGeom>
          <a:noFill/>
          <a:ln/>
        </p:spPr>
        <p:txBody>
          <a:bodyPr wrap="square" lIns="25400" tIns="25400" rIns="25400" bIns="25400" rtlCol="0" anchor="t">
            <a:normAutofit lnSpcReduction="10000"/>
          </a:bodyPr>
          <a:lstStyle/>
          <a:p>
            <a:pPr marL="0" indent="0" algn="l">
              <a:lnSpc>
                <a:spcPct val="100065"/>
              </a:lnSpc>
              <a:buNone/>
            </a:pPr>
            <a:r>
              <a:rPr lang="en-US" sz="2220" dirty="0">
                <a:solidFill>
                  <a:srgbClr val="5E7480"/>
                </a:solidFill>
                <a:latin typeface="Arial" pitchFamily="34" charset="0"/>
                <a:ea typeface="Arial" pitchFamily="34" charset="-122"/>
                <a:cs typeface="Arial" pitchFamily="34" charset="-120"/>
              </a:rPr>
              <a:t>New-knowledge examples are learnt slowly, and hallucination rises as they are. Gekhman et al. (2024)</a:t>
            </a:r>
            <a:endParaRPr lang="en-US" sz="2220" dirty="0"/>
          </a:p>
        </p:txBody>
      </p:sp>
      <p:sp>
        <p:nvSpPr>
          <p:cNvPr id="25" name="Text 23"/>
          <p:cNvSpPr/>
          <p:nvPr/>
        </p:nvSpPr>
        <p:spPr>
          <a:xfrm>
            <a:off x="9500146" y="7867660"/>
            <a:ext cx="5474158" cy="399231"/>
          </a:xfrm>
          <a:prstGeom prst="rect">
            <a:avLst/>
          </a:prstGeom>
          <a:noFill/>
          <a:ln/>
        </p:spPr>
        <p:txBody>
          <a:bodyPr wrap="square" lIns="25400" tIns="25400" rIns="25400" bIns="25400" rtlCol="0" anchor="t">
            <a:normAutofit/>
          </a:bodyPr>
          <a:lstStyle/>
          <a:p>
            <a:pPr marL="0" indent="0" algn="l">
              <a:buNone/>
            </a:pPr>
            <a:r>
              <a:rPr lang="en-US" sz="2000" b="1" kern="0" spc="150" dirty="0">
                <a:solidFill>
                  <a:schemeClr val="accent2"/>
                </a:solidFill>
                <a:latin typeface="Arial" pitchFamily="34" charset="0"/>
                <a:ea typeface="Arial" pitchFamily="34" charset="-122"/>
                <a:cs typeface="Arial" pitchFamily="34" charset="-120"/>
              </a:rPr>
              <a:t>RETRIEVAL IT DOESN'T READ</a:t>
            </a:r>
            <a:endParaRPr lang="en-US" sz="2000" dirty="0">
              <a:solidFill>
                <a:schemeClr val="accent2"/>
              </a:solidFill>
            </a:endParaRPr>
          </a:p>
        </p:txBody>
      </p:sp>
      <p:sp>
        <p:nvSpPr>
          <p:cNvPr id="26" name="Text 24"/>
          <p:cNvSpPr/>
          <p:nvPr/>
        </p:nvSpPr>
        <p:spPr>
          <a:xfrm>
            <a:off x="9500146" y="8413413"/>
            <a:ext cx="8873900" cy="404738"/>
          </a:xfrm>
          <a:prstGeom prst="rect">
            <a:avLst/>
          </a:prstGeom>
          <a:noFill/>
          <a:ln/>
        </p:spPr>
        <p:txBody>
          <a:bodyPr wrap="square" lIns="25400" tIns="25400" rIns="25400" bIns="25400" rtlCol="0" anchor="t">
            <a:normAutofit lnSpcReduction="10000"/>
          </a:bodyPr>
          <a:lstStyle/>
          <a:p>
            <a:pPr marL="0" indent="0" algn="l">
              <a:lnSpc>
                <a:spcPct val="104043"/>
              </a:lnSpc>
              <a:buNone/>
            </a:pPr>
            <a:r>
              <a:rPr lang="en-US" sz="2400" b="1" dirty="0">
                <a:solidFill>
                  <a:srgbClr val="123A4C"/>
                </a:solidFill>
                <a:latin typeface="Arial" pitchFamily="34" charset="0"/>
                <a:ea typeface="Arial" pitchFamily="34" charset="-122"/>
                <a:cs typeface="Arial" pitchFamily="34" charset="-120"/>
              </a:rPr>
              <a:t>It prefers its memory over your evidence.</a:t>
            </a:r>
            <a:endParaRPr lang="en-US" sz="2400" dirty="0"/>
          </a:p>
        </p:txBody>
      </p:sp>
      <p:sp>
        <p:nvSpPr>
          <p:cNvPr id="27" name="Text 25"/>
          <p:cNvSpPr/>
          <p:nvPr/>
        </p:nvSpPr>
        <p:spPr>
          <a:xfrm>
            <a:off x="9500146" y="8964896"/>
            <a:ext cx="8301887" cy="690414"/>
          </a:xfrm>
          <a:prstGeom prst="rect">
            <a:avLst/>
          </a:prstGeom>
          <a:noFill/>
          <a:ln/>
        </p:spPr>
        <p:txBody>
          <a:bodyPr wrap="square" lIns="25400" tIns="25400" rIns="25400" bIns="25400" rtlCol="0" anchor="t">
            <a:normAutofit lnSpcReduction="10000"/>
          </a:bodyPr>
          <a:lstStyle/>
          <a:p>
            <a:pPr>
              <a:lnSpc>
                <a:spcPct val="100065"/>
              </a:lnSpc>
            </a:pPr>
            <a:r>
              <a:rPr lang="en-US" sz="2220" dirty="0">
                <a:solidFill>
                  <a:srgbClr val="5E7480"/>
                </a:solidFill>
                <a:latin typeface="Arial" pitchFamily="34" charset="0"/>
                <a:ea typeface="Arial" pitchFamily="34" charset="-122"/>
                <a:cs typeface="Arial" pitchFamily="34" charset="-120"/>
              </a:rPr>
              <a:t>RAG models favour faulty passages supplied over internal memory. Tug-of-War (2024)</a:t>
            </a:r>
            <a:endParaRPr lang="en-US" sz="2220" dirty="0"/>
          </a:p>
        </p:txBody>
      </p:sp>
      <p:sp>
        <p:nvSpPr>
          <p:cNvPr id="28" name="Shape 26"/>
          <p:cNvSpPr/>
          <p:nvPr/>
        </p:nvSpPr>
        <p:spPr>
          <a:xfrm>
            <a:off x="0" y="6312368"/>
            <a:ext cx="18288000" cy="1259160"/>
          </a:xfrm>
          <a:prstGeom prst="rect">
            <a:avLst/>
          </a:prstGeom>
          <a:solidFill>
            <a:srgbClr val="EAF0F8"/>
          </a:solidFill>
          <a:ln/>
        </p:spPr>
        <p:txBody>
          <a:bodyPr/>
          <a:lstStyle/>
          <a:p>
            <a:endParaRPr lang="en-GB"/>
          </a:p>
        </p:txBody>
      </p:sp>
      <p:sp>
        <p:nvSpPr>
          <p:cNvPr id="29" name="Text 27"/>
          <p:cNvSpPr/>
          <p:nvPr/>
        </p:nvSpPr>
        <p:spPr>
          <a:xfrm>
            <a:off x="1156246" y="6782888"/>
            <a:ext cx="17531887" cy="431527"/>
          </a:xfrm>
          <a:prstGeom prst="rect">
            <a:avLst/>
          </a:prstGeom>
          <a:noFill/>
          <a:ln/>
        </p:spPr>
        <p:txBody>
          <a:bodyPr wrap="none" lIns="25400" tIns="25400" rIns="25400" bIns="25400" rtlCol="0" anchor="t">
            <a:normAutofit lnSpcReduction="10000"/>
          </a:bodyPr>
          <a:lstStyle/>
          <a:p>
            <a:pPr marL="0" indent="0" algn="l">
              <a:lnSpc>
                <a:spcPct val="111654"/>
              </a:lnSpc>
              <a:buNone/>
            </a:pPr>
            <a:r>
              <a:rPr lang="en-US" sz="2400" b="1" dirty="0">
                <a:solidFill>
                  <a:srgbClr val="123A4C"/>
                </a:solidFill>
                <a:latin typeface="Arial" pitchFamily="34" charset="0"/>
                <a:ea typeface="Arial" pitchFamily="34" charset="-122"/>
                <a:cs typeface="Arial" pitchFamily="34" charset="-120"/>
              </a:rPr>
              <a:t>Feeding the model your data doesn't erase what it already believes. It just puts the two in competition.</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5558477"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RagFlow on UCloud</a:t>
            </a:r>
            <a:endParaRPr lang="en-US" sz="4350" dirty="0"/>
          </a:p>
        </p:txBody>
      </p:sp>
      <p:sp>
        <p:nvSpPr>
          <p:cNvPr id="3" name="Text 1"/>
          <p:cNvSpPr/>
          <p:nvPr/>
        </p:nvSpPr>
        <p:spPr>
          <a:xfrm>
            <a:off x="1156246" y="1613446"/>
            <a:ext cx="8167526" cy="898773"/>
          </a:xfrm>
          <a:prstGeom prst="rect">
            <a:avLst/>
          </a:prstGeom>
          <a:noFill/>
          <a:ln/>
        </p:spPr>
        <p:txBody>
          <a:bodyPr wrap="square" lIns="25400" tIns="25400" rIns="25400" bIns="25400" rtlCol="0" anchor="t">
            <a:normAutofit lnSpcReduction="10000"/>
          </a:bodyPr>
          <a:lstStyle/>
          <a:p>
            <a:pPr marL="0" indent="0" algn="l">
              <a:lnSpc>
                <a:spcPct val="122119"/>
              </a:lnSpc>
              <a:buNone/>
            </a:pPr>
            <a:r>
              <a:rPr lang="en-US" sz="2400" dirty="0">
                <a:solidFill>
                  <a:srgbClr val="123A4C"/>
                </a:solidFill>
                <a:latin typeface="Arial" pitchFamily="34" charset="0"/>
                <a:ea typeface="Arial" pitchFamily="34" charset="-122"/>
                <a:cs typeface="Arial" pitchFamily="34" charset="-120"/>
              </a:rPr>
              <a:t>Corpus is yours: your protocols, your papers, your SOPs, not the open internet. Data stays inside UCloud.</a:t>
            </a:r>
            <a:endParaRPr lang="en-US" sz="2400" dirty="0"/>
          </a:p>
        </p:txBody>
      </p:sp>
      <p:sp>
        <p:nvSpPr>
          <p:cNvPr id="4" name="Text 2"/>
          <p:cNvSpPr/>
          <p:nvPr/>
        </p:nvSpPr>
        <p:spPr>
          <a:xfrm>
            <a:off x="9851603" y="1613446"/>
            <a:ext cx="7725046" cy="1329110"/>
          </a:xfrm>
          <a:prstGeom prst="rect">
            <a:avLst/>
          </a:prstGeom>
          <a:noFill/>
          <a:ln/>
        </p:spPr>
        <p:txBody>
          <a:bodyPr wrap="square" lIns="25400" tIns="25400" rIns="25400" bIns="25400" rtlCol="0" anchor="t">
            <a:normAutofit lnSpcReduction="10000"/>
          </a:bodyPr>
          <a:lstStyle/>
          <a:p>
            <a:pPr marL="0" indent="0" algn="l">
              <a:lnSpc>
                <a:spcPct val="122119"/>
              </a:lnSpc>
              <a:buNone/>
            </a:pPr>
            <a:r>
              <a:rPr lang="en-US" sz="2400" dirty="0">
                <a:solidFill>
                  <a:srgbClr val="123A4C"/>
                </a:solidFill>
                <a:latin typeface="Arial" pitchFamily="34" charset="0"/>
                <a:ea typeface="Arial" pitchFamily="34" charset="-122"/>
                <a:cs typeface="Arial" pitchFamily="34" charset="-120"/>
              </a:rPr>
              <a:t>Every answer comes back with the </a:t>
            </a:r>
            <a:r>
              <a:rPr lang="en-US" sz="2400" b="1" dirty="0">
                <a:solidFill>
                  <a:srgbClr val="123A4C"/>
                </a:solidFill>
                <a:latin typeface="Arial" pitchFamily="34" charset="0"/>
                <a:ea typeface="Arial" pitchFamily="34" charset="-122"/>
                <a:cs typeface="Arial" pitchFamily="34" charset="-120"/>
              </a:rPr>
              <a:t>chunks it was built from</a:t>
            </a:r>
            <a:r>
              <a:rPr lang="en-US" sz="2400" dirty="0">
                <a:solidFill>
                  <a:srgbClr val="123A4C"/>
                </a:solidFill>
                <a:latin typeface="Arial" pitchFamily="34" charset="0"/>
                <a:ea typeface="Arial" pitchFamily="34" charset="-122"/>
                <a:cs typeface="Arial" pitchFamily="34" charset="-120"/>
              </a:rPr>
              <a:t>, shown by default. If there's no chunk behind a claim, the model wrote it.</a:t>
            </a:r>
            <a:endParaRPr lang="en-US" sz="1200" dirty="0"/>
          </a:p>
        </p:txBody>
      </p:sp>
      <p:pic>
        <p:nvPicPr>
          <p:cNvPr id="5" name="Image 0" descr="preencoded.png"/>
          <p:cNvPicPr>
            <a:picLocks noChangeAspect="1"/>
          </p:cNvPicPr>
          <p:nvPr/>
        </p:nvPicPr>
        <p:blipFill>
          <a:blip r:embed="rId3"/>
          <a:stretch>
            <a:fillRect/>
          </a:stretch>
        </p:blipFill>
        <p:spPr>
          <a:xfrm>
            <a:off x="2266950" y="3819525"/>
            <a:ext cx="13753133" cy="4379565"/>
          </a:xfrm>
          <a:prstGeom prst="rect">
            <a:avLst/>
          </a:prstGeom>
        </p:spPr>
      </p:pic>
      <p:sp>
        <p:nvSpPr>
          <p:cNvPr id="6" name="Text 3"/>
          <p:cNvSpPr/>
          <p:nvPr/>
        </p:nvSpPr>
        <p:spPr>
          <a:xfrm>
            <a:off x="1156246" y="9479235"/>
            <a:ext cx="1899345" cy="376238"/>
          </a:xfrm>
          <a:prstGeom prst="rect">
            <a:avLst/>
          </a:prstGeom>
          <a:noFill/>
          <a:ln/>
        </p:spPr>
        <p:txBody>
          <a:bodyPr wrap="square" lIns="25400" tIns="25400" rIns="25400" bIns="25400" rtlCol="0" anchor="t">
            <a:normAutofit/>
          </a:bodyPr>
          <a:lstStyle/>
          <a:p>
            <a:pPr marL="0" indent="0" algn="l">
              <a:buNone/>
            </a:pPr>
            <a:r>
              <a:rPr lang="en-US" sz="2033" dirty="0">
                <a:solidFill>
                  <a:srgbClr val="5E7480"/>
                </a:solidFill>
                <a:latin typeface="Courier New" pitchFamily="34" charset="0"/>
                <a:ea typeface="Courier New" pitchFamily="34" charset="-122"/>
                <a:cs typeface="Courier New" pitchFamily="34" charset="-120"/>
              </a:rPr>
              <a:t>ragflow.io</a:t>
            </a:r>
            <a:endParaRPr lang="en-US" sz="2033" dirty="0"/>
          </a:p>
        </p:txBody>
      </p:sp>
      <p:sp>
        <p:nvSpPr>
          <p:cNvPr id="7" name="Text 4"/>
          <p:cNvSpPr/>
          <p:nvPr/>
        </p:nvSpPr>
        <p:spPr>
          <a:xfrm>
            <a:off x="3186038" y="9479235"/>
            <a:ext cx="2269852" cy="376238"/>
          </a:xfrm>
          <a:prstGeom prst="rect">
            <a:avLst/>
          </a:prstGeom>
          <a:noFill/>
          <a:ln/>
        </p:spPr>
        <p:txBody>
          <a:bodyPr wrap="square" lIns="25400" tIns="25400" rIns="25400" bIns="25400" rtlCol="0" anchor="t">
            <a:normAutofit/>
          </a:bodyPr>
          <a:lstStyle/>
          <a:p>
            <a:pPr marL="0" indent="0" algn="l">
              <a:buNone/>
            </a:pPr>
            <a:r>
              <a:rPr lang="en-US" sz="2033" dirty="0">
                <a:solidFill>
                  <a:srgbClr val="5E7480"/>
                </a:solidFill>
                <a:latin typeface="Courier New" pitchFamily="34" charset="0"/>
                <a:ea typeface="Courier New" pitchFamily="34" charset="-122"/>
                <a:cs typeface="Courier New" pitchFamily="34" charset="-120"/>
              </a:rPr>
              <a:t>cloud.sdu.dk</a:t>
            </a:r>
            <a:endParaRPr lang="en-US" sz="2033"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04900" y="781050"/>
            <a:ext cx="17686020" cy="590550"/>
          </a:xfrm>
          <a:prstGeom prst="rect">
            <a:avLst/>
          </a:prstGeom>
          <a:noFill/>
          <a:ln/>
        </p:spPr>
        <p:txBody>
          <a:bodyPr wrap="square" lIns="25400" tIns="25400" rIns="25400" bIns="25400" rtlCol="0" anchor="t">
            <a:normAutofit lnSpcReduction="10000"/>
          </a:bodyPr>
          <a:lstStyle/>
          <a:p>
            <a:pPr marL="0" indent="0" algn="l">
              <a:lnSpc>
                <a:spcPct val="86567"/>
              </a:lnSpc>
              <a:buNone/>
            </a:pPr>
            <a:r>
              <a:rPr lang="en-US" sz="4350" b="1" kern="0" spc="-90" dirty="0">
                <a:solidFill>
                  <a:srgbClr val="123A4C"/>
                </a:solidFill>
                <a:latin typeface="Arial" pitchFamily="34" charset="0"/>
                <a:ea typeface="Arial" pitchFamily="34" charset="-122"/>
                <a:cs typeface="Arial" pitchFamily="34" charset="-120"/>
              </a:rPr>
              <a:t>In summary</a:t>
            </a:r>
            <a:endParaRPr lang="en-US" sz="4350" dirty="0"/>
          </a:p>
        </p:txBody>
      </p:sp>
      <p:sp>
        <p:nvSpPr>
          <p:cNvPr id="3" name="Text 1"/>
          <p:cNvSpPr/>
          <p:nvPr/>
        </p:nvSpPr>
        <p:spPr>
          <a:xfrm>
            <a:off x="1104900" y="2527459"/>
            <a:ext cx="742950" cy="647700"/>
          </a:xfrm>
          <a:prstGeom prst="rect">
            <a:avLst/>
          </a:prstGeom>
          <a:noFill/>
          <a:ln/>
        </p:spPr>
        <p:txBody>
          <a:bodyPr wrap="square" lIns="25400" tIns="25400" rIns="25400" bIns="25400" rtlCol="0" anchor="t">
            <a:normAutofit lnSpcReduction="10000"/>
          </a:bodyPr>
          <a:lstStyle/>
          <a:p>
            <a:pPr marL="0" indent="0" algn="l">
              <a:lnSpc>
                <a:spcPct val="87075"/>
              </a:lnSpc>
              <a:buNone/>
            </a:pPr>
            <a:r>
              <a:rPr lang="en-US" sz="4800" b="1" dirty="0">
                <a:solidFill>
                  <a:srgbClr val="4A7FC1"/>
                </a:solidFill>
                <a:latin typeface="Arial" pitchFamily="34" charset="0"/>
                <a:ea typeface="Arial" pitchFamily="34" charset="-122"/>
                <a:cs typeface="Arial" pitchFamily="34" charset="-120"/>
              </a:rPr>
              <a:t>1</a:t>
            </a:r>
            <a:endParaRPr lang="en-US" sz="4800" dirty="0"/>
          </a:p>
        </p:txBody>
      </p:sp>
      <p:sp>
        <p:nvSpPr>
          <p:cNvPr id="4" name="Text 2"/>
          <p:cNvSpPr/>
          <p:nvPr/>
        </p:nvSpPr>
        <p:spPr>
          <a:xfrm>
            <a:off x="2152650" y="2577941"/>
            <a:ext cx="13818870" cy="982980"/>
          </a:xfrm>
          <a:prstGeom prst="rect">
            <a:avLst/>
          </a:prstGeom>
          <a:noFill/>
          <a:ln/>
        </p:spPr>
        <p:txBody>
          <a:bodyPr wrap="square" lIns="25400" tIns="25400" rIns="25400" bIns="25400" rtlCol="0" anchor="t">
            <a:normAutofit/>
          </a:bodyPr>
          <a:lstStyle/>
          <a:p>
            <a:pPr>
              <a:lnSpc>
                <a:spcPct val="104348"/>
              </a:lnSpc>
            </a:pPr>
            <a:r>
              <a:rPr lang="en-US" sz="3000" b="1" dirty="0">
                <a:solidFill>
                  <a:srgbClr val="123A4C"/>
                </a:solidFill>
                <a:latin typeface="Arial" pitchFamily="34" charset="0"/>
                <a:ea typeface="Arial" pitchFamily="34" charset="-122"/>
                <a:cs typeface="Arial" pitchFamily="34" charset="-120"/>
              </a:rPr>
              <a:t>Source constrains and quote extraction: ask AI to find sources and anchor statements to direct quotation</a:t>
            </a:r>
            <a:endParaRPr lang="en-US" sz="3000" dirty="0"/>
          </a:p>
        </p:txBody>
      </p:sp>
      <p:sp>
        <p:nvSpPr>
          <p:cNvPr id="5" name="Text 3"/>
          <p:cNvSpPr/>
          <p:nvPr/>
        </p:nvSpPr>
        <p:spPr>
          <a:xfrm>
            <a:off x="1104900" y="4079081"/>
            <a:ext cx="742950" cy="647700"/>
          </a:xfrm>
          <a:prstGeom prst="rect">
            <a:avLst/>
          </a:prstGeom>
          <a:noFill/>
          <a:ln/>
        </p:spPr>
        <p:txBody>
          <a:bodyPr wrap="square" lIns="25400" tIns="25400" rIns="25400" bIns="25400" rtlCol="0" anchor="t">
            <a:normAutofit lnSpcReduction="10000"/>
          </a:bodyPr>
          <a:lstStyle/>
          <a:p>
            <a:pPr marL="0" indent="0" algn="l">
              <a:lnSpc>
                <a:spcPct val="87075"/>
              </a:lnSpc>
              <a:buNone/>
            </a:pPr>
            <a:r>
              <a:rPr lang="en-US" sz="4800" b="1" dirty="0">
                <a:solidFill>
                  <a:srgbClr val="4A7FC1"/>
                </a:solidFill>
                <a:latin typeface="Arial" pitchFamily="34" charset="0"/>
                <a:ea typeface="Arial" pitchFamily="34" charset="-122"/>
                <a:cs typeface="Arial" pitchFamily="34" charset="-120"/>
              </a:rPr>
              <a:t>2</a:t>
            </a:r>
            <a:endParaRPr lang="en-US" sz="4800" dirty="0"/>
          </a:p>
        </p:txBody>
      </p:sp>
      <p:sp>
        <p:nvSpPr>
          <p:cNvPr id="6" name="Text 4"/>
          <p:cNvSpPr/>
          <p:nvPr/>
        </p:nvSpPr>
        <p:spPr>
          <a:xfrm>
            <a:off x="2152650" y="4129564"/>
            <a:ext cx="14215110"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Uncertainty permission: tell the AI it’s okay if it doesn’t know</a:t>
            </a:r>
            <a:endParaRPr lang="en-US" sz="3000" dirty="0"/>
          </a:p>
        </p:txBody>
      </p:sp>
      <p:sp>
        <p:nvSpPr>
          <p:cNvPr id="7" name="Text 5"/>
          <p:cNvSpPr/>
          <p:nvPr/>
        </p:nvSpPr>
        <p:spPr>
          <a:xfrm>
            <a:off x="1104900" y="5112544"/>
            <a:ext cx="742950" cy="647700"/>
          </a:xfrm>
          <a:prstGeom prst="rect">
            <a:avLst/>
          </a:prstGeom>
          <a:noFill/>
          <a:ln/>
        </p:spPr>
        <p:txBody>
          <a:bodyPr wrap="square" lIns="25400" tIns="25400" rIns="25400" bIns="25400" rtlCol="0" anchor="t">
            <a:normAutofit lnSpcReduction="10000"/>
          </a:bodyPr>
          <a:lstStyle/>
          <a:p>
            <a:pPr marL="0" indent="0" algn="l">
              <a:lnSpc>
                <a:spcPct val="87075"/>
              </a:lnSpc>
              <a:buNone/>
            </a:pPr>
            <a:r>
              <a:rPr lang="en-US" sz="4800" b="1" dirty="0">
                <a:solidFill>
                  <a:srgbClr val="4A7FC1"/>
                </a:solidFill>
                <a:latin typeface="Arial" pitchFamily="34" charset="0"/>
                <a:ea typeface="Arial" pitchFamily="34" charset="-122"/>
                <a:cs typeface="Arial" pitchFamily="34" charset="-120"/>
              </a:rPr>
              <a:t>3</a:t>
            </a:r>
            <a:endParaRPr lang="en-US" sz="4800" dirty="0"/>
          </a:p>
        </p:txBody>
      </p:sp>
      <p:sp>
        <p:nvSpPr>
          <p:cNvPr id="8" name="Text 6"/>
          <p:cNvSpPr/>
          <p:nvPr/>
        </p:nvSpPr>
        <p:spPr>
          <a:xfrm>
            <a:off x="2152650" y="5163026"/>
            <a:ext cx="8135615"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Start a new chat and ask AI to find errors</a:t>
            </a:r>
            <a:endParaRPr lang="en-US" sz="3000" dirty="0"/>
          </a:p>
        </p:txBody>
      </p:sp>
      <p:sp>
        <p:nvSpPr>
          <p:cNvPr id="9" name="Text 7"/>
          <p:cNvSpPr/>
          <p:nvPr/>
        </p:nvSpPr>
        <p:spPr>
          <a:xfrm>
            <a:off x="1104900" y="6146006"/>
            <a:ext cx="742950" cy="647700"/>
          </a:xfrm>
          <a:prstGeom prst="rect">
            <a:avLst/>
          </a:prstGeom>
          <a:noFill/>
          <a:ln/>
        </p:spPr>
        <p:txBody>
          <a:bodyPr wrap="square" lIns="25400" tIns="25400" rIns="25400" bIns="25400" rtlCol="0" anchor="t">
            <a:normAutofit lnSpcReduction="10000"/>
          </a:bodyPr>
          <a:lstStyle/>
          <a:p>
            <a:pPr marL="0" indent="0" algn="l">
              <a:lnSpc>
                <a:spcPct val="87075"/>
              </a:lnSpc>
              <a:buNone/>
            </a:pPr>
            <a:r>
              <a:rPr lang="en-US" sz="4800" b="1" dirty="0">
                <a:solidFill>
                  <a:srgbClr val="4A7FC1"/>
                </a:solidFill>
                <a:latin typeface="Arial" pitchFamily="34" charset="0"/>
                <a:ea typeface="Arial" pitchFamily="34" charset="-122"/>
                <a:cs typeface="Arial" pitchFamily="34" charset="-120"/>
              </a:rPr>
              <a:t>4</a:t>
            </a:r>
            <a:endParaRPr lang="en-US" sz="4800" dirty="0"/>
          </a:p>
        </p:txBody>
      </p:sp>
      <p:sp>
        <p:nvSpPr>
          <p:cNvPr id="10" name="Text 8"/>
          <p:cNvSpPr/>
          <p:nvPr/>
        </p:nvSpPr>
        <p:spPr>
          <a:xfrm>
            <a:off x="2152650" y="6196489"/>
            <a:ext cx="10877610"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Cross-reference with verified sources and be sceptical</a:t>
            </a:r>
            <a:endParaRPr lang="en-US" sz="3000" dirty="0"/>
          </a:p>
        </p:txBody>
      </p:sp>
      <p:sp>
        <p:nvSpPr>
          <p:cNvPr id="11" name="Text 9"/>
          <p:cNvSpPr/>
          <p:nvPr/>
        </p:nvSpPr>
        <p:spPr>
          <a:xfrm>
            <a:off x="1104900" y="7179469"/>
            <a:ext cx="742950" cy="647700"/>
          </a:xfrm>
          <a:prstGeom prst="rect">
            <a:avLst/>
          </a:prstGeom>
          <a:noFill/>
          <a:ln/>
        </p:spPr>
        <p:txBody>
          <a:bodyPr wrap="square" lIns="25400" tIns="25400" rIns="25400" bIns="25400" rtlCol="0" anchor="t">
            <a:normAutofit lnSpcReduction="10000"/>
          </a:bodyPr>
          <a:lstStyle/>
          <a:p>
            <a:pPr marL="0" indent="0" algn="l">
              <a:lnSpc>
                <a:spcPct val="87075"/>
              </a:lnSpc>
              <a:buNone/>
            </a:pPr>
            <a:r>
              <a:rPr lang="en-US" sz="4800" b="1" dirty="0">
                <a:solidFill>
                  <a:srgbClr val="4A7FC1"/>
                </a:solidFill>
                <a:latin typeface="Arial" pitchFamily="34" charset="0"/>
                <a:ea typeface="Arial" pitchFamily="34" charset="-122"/>
                <a:cs typeface="Arial" pitchFamily="34" charset="-120"/>
              </a:rPr>
              <a:t>5</a:t>
            </a:r>
            <a:endParaRPr lang="en-US" sz="4800" dirty="0"/>
          </a:p>
        </p:txBody>
      </p:sp>
      <p:sp>
        <p:nvSpPr>
          <p:cNvPr id="12" name="Text 10"/>
          <p:cNvSpPr/>
          <p:nvPr/>
        </p:nvSpPr>
        <p:spPr>
          <a:xfrm>
            <a:off x="2152650" y="7229951"/>
            <a:ext cx="9594279"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Double-check facts and ask follow-up questions</a:t>
            </a:r>
            <a:endParaRPr lang="en-US" sz="3000" dirty="0"/>
          </a:p>
        </p:txBody>
      </p:sp>
      <p:sp>
        <p:nvSpPr>
          <p:cNvPr id="16" name="Text 9">
            <a:extLst>
              <a:ext uri="{FF2B5EF4-FFF2-40B4-BE49-F238E27FC236}">
                <a16:creationId xmlns:a16="http://schemas.microsoft.com/office/drawing/2014/main" id="{74289C85-A10D-1253-8254-1EA2BBCAF3CF}"/>
              </a:ext>
            </a:extLst>
          </p:cNvPr>
          <p:cNvSpPr/>
          <p:nvPr/>
        </p:nvSpPr>
        <p:spPr>
          <a:xfrm>
            <a:off x="1104900" y="8314849"/>
            <a:ext cx="742950" cy="647700"/>
          </a:xfrm>
          <a:prstGeom prst="rect">
            <a:avLst/>
          </a:prstGeom>
          <a:noFill/>
          <a:ln/>
        </p:spPr>
        <p:txBody>
          <a:bodyPr wrap="square" lIns="25400" tIns="25400" rIns="25400" bIns="25400" rtlCol="0" anchor="t">
            <a:normAutofit lnSpcReduction="10000"/>
          </a:bodyPr>
          <a:lstStyle/>
          <a:p>
            <a:pPr marL="0" indent="0" algn="l">
              <a:lnSpc>
                <a:spcPct val="87075"/>
              </a:lnSpc>
              <a:buNone/>
            </a:pPr>
            <a:r>
              <a:rPr lang="en-US" sz="4800" b="1" dirty="0">
                <a:solidFill>
                  <a:srgbClr val="4A7FC1"/>
                </a:solidFill>
                <a:latin typeface="Arial" pitchFamily="34" charset="0"/>
                <a:cs typeface="Arial" pitchFamily="34" charset="-120"/>
              </a:rPr>
              <a:t>6</a:t>
            </a:r>
            <a:endParaRPr lang="en-US" sz="4800" dirty="0"/>
          </a:p>
        </p:txBody>
      </p:sp>
      <p:sp>
        <p:nvSpPr>
          <p:cNvPr id="17" name="Text 10">
            <a:extLst>
              <a:ext uri="{FF2B5EF4-FFF2-40B4-BE49-F238E27FC236}">
                <a16:creationId xmlns:a16="http://schemas.microsoft.com/office/drawing/2014/main" id="{A456D418-EEA9-6EBB-EAAD-AFFF643F9BA6}"/>
              </a:ext>
            </a:extLst>
          </p:cNvPr>
          <p:cNvSpPr/>
          <p:nvPr/>
        </p:nvSpPr>
        <p:spPr>
          <a:xfrm>
            <a:off x="2152650" y="8365331"/>
            <a:ext cx="14413230" cy="495300"/>
          </a:xfrm>
          <a:prstGeom prst="rect">
            <a:avLst/>
          </a:prstGeom>
          <a:noFill/>
          <a:ln/>
        </p:spPr>
        <p:txBody>
          <a:bodyPr wrap="square" lIns="25400" tIns="25400" rIns="25400" bIns="25400" rtlCol="0" anchor="t">
            <a:normAutofit lnSpcReduction="10000"/>
          </a:bodyPr>
          <a:lstStyle/>
          <a:p>
            <a:pPr marL="0" indent="0" algn="l">
              <a:lnSpc>
                <a:spcPct val="104348"/>
              </a:lnSpc>
              <a:buNone/>
            </a:pPr>
            <a:r>
              <a:rPr lang="en-US" sz="3000" b="1" dirty="0">
                <a:solidFill>
                  <a:srgbClr val="123A4C"/>
                </a:solidFill>
                <a:latin typeface="Arial" pitchFamily="34" charset="0"/>
                <a:ea typeface="Arial" pitchFamily="34" charset="-122"/>
                <a:cs typeface="Arial" pitchFamily="34" charset="-120"/>
              </a:rPr>
              <a:t>COT Reasoning: step-by-step reasoning so uncertainty becomes visible</a:t>
            </a:r>
            <a:endParaRPr lang="en-US" sz="3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000" y="3265140"/>
            <a:ext cx="2663250" cy="3794745"/>
          </a:xfrm>
          <a:prstGeom prst="rect">
            <a:avLst/>
          </a:prstGeom>
          <a:noFill/>
          <a:ln/>
        </p:spPr>
        <p:txBody>
          <a:bodyPr wrap="square" lIns="25400" tIns="25400" rIns="25400" bIns="25400" rtlCol="0" anchor="t">
            <a:normAutofit lnSpcReduction="10000"/>
          </a:bodyPr>
          <a:lstStyle/>
          <a:p>
            <a:pPr marL="0" indent="0" algn="l">
              <a:lnSpc>
                <a:spcPct val="69559"/>
              </a:lnSpc>
              <a:buNone/>
            </a:pPr>
            <a:r>
              <a:rPr lang="en-US" sz="36975" b="1" kern="0" spc="-1500" dirty="0">
                <a:solidFill>
                  <a:srgbClr val="5C5C9E"/>
                </a:solidFill>
                <a:latin typeface="Arial" pitchFamily="34" charset="0"/>
                <a:ea typeface="Arial" pitchFamily="34" charset="-122"/>
                <a:cs typeface="Arial" pitchFamily="34" charset="-120"/>
              </a:rPr>
              <a:t>4</a:t>
            </a:r>
            <a:endParaRPr lang="en-US" sz="36975" dirty="0"/>
          </a:p>
        </p:txBody>
      </p:sp>
      <p:sp>
        <p:nvSpPr>
          <p:cNvPr id="3" name="Text 1"/>
          <p:cNvSpPr/>
          <p:nvPr/>
        </p:nvSpPr>
        <p:spPr>
          <a:xfrm>
            <a:off x="4707136" y="5339507"/>
            <a:ext cx="7182981" cy="902196"/>
          </a:xfrm>
          <a:prstGeom prst="rect">
            <a:avLst/>
          </a:prstGeom>
          <a:noFill/>
          <a:ln/>
        </p:spPr>
        <p:txBody>
          <a:bodyPr wrap="square" lIns="25400" tIns="25400" rIns="25400" bIns="25400" rtlCol="0" anchor="t">
            <a:normAutofit lnSpcReduction="10000"/>
          </a:bodyPr>
          <a:lstStyle/>
          <a:p>
            <a:pPr marL="0" indent="0" algn="l">
              <a:lnSpc>
                <a:spcPct val="94010"/>
              </a:lnSpc>
              <a:buNone/>
            </a:pPr>
            <a:r>
              <a:rPr lang="en-US" sz="6300" b="1" kern="0" spc="-150" dirty="0">
                <a:solidFill>
                  <a:srgbClr val="3F4048"/>
                </a:solidFill>
                <a:latin typeface="Arial" pitchFamily="34" charset="0"/>
                <a:ea typeface="Arial" pitchFamily="34" charset="-122"/>
                <a:cs typeface="Arial" pitchFamily="34" charset="-120"/>
              </a:rPr>
              <a:t>Critical evaluation</a:t>
            </a:r>
            <a:endParaRPr lang="en-US" sz="6300" dirty="0"/>
          </a:p>
        </p:txBody>
      </p:sp>
      <p:sp>
        <p:nvSpPr>
          <p:cNvPr id="4" name="Text 2"/>
          <p:cNvSpPr/>
          <p:nvPr/>
        </p:nvSpPr>
        <p:spPr>
          <a:xfrm>
            <a:off x="4707136" y="6413153"/>
            <a:ext cx="7182981" cy="508620"/>
          </a:xfrm>
          <a:prstGeom prst="rect">
            <a:avLst/>
          </a:prstGeom>
          <a:noFill/>
          <a:ln/>
        </p:spPr>
        <p:txBody>
          <a:bodyPr wrap="square" lIns="25400" tIns="25400" rIns="25400" bIns="25400" rtlCol="0" anchor="t">
            <a:normAutofit lnSpcReduction="10000"/>
          </a:bodyPr>
          <a:lstStyle/>
          <a:p>
            <a:pPr marL="0" indent="0" algn="l">
              <a:lnSpc>
                <a:spcPct val="113563"/>
              </a:lnSpc>
              <a:buNone/>
            </a:pPr>
            <a:r>
              <a:rPr lang="en-US" sz="2850" dirty="0">
                <a:solidFill>
                  <a:srgbClr val="6B6E76"/>
                </a:solidFill>
                <a:latin typeface="Arial" pitchFamily="34" charset="0"/>
                <a:ea typeface="Arial" pitchFamily="34" charset="-122"/>
                <a:cs typeface="Arial" pitchFamily="34" charset="-120"/>
              </a:rPr>
              <a:t>What to do at your desk tomorrow</a:t>
            </a:r>
            <a:endParaRPr lang="en-US" sz="2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5445844"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A working checklist</a:t>
            </a:r>
            <a:endParaRPr lang="en-US" sz="4350" dirty="0"/>
          </a:p>
        </p:txBody>
      </p:sp>
      <p:sp>
        <p:nvSpPr>
          <p:cNvPr id="3" name="Text 1"/>
          <p:cNvSpPr/>
          <p:nvPr/>
        </p:nvSpPr>
        <p:spPr>
          <a:xfrm>
            <a:off x="1041946" y="3009826"/>
            <a:ext cx="659160" cy="47625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3450" b="1" dirty="0">
                <a:solidFill>
                  <a:srgbClr val="5C5C9E"/>
                </a:solidFill>
                <a:latin typeface="Arial" pitchFamily="34" charset="0"/>
                <a:ea typeface="Arial" pitchFamily="34" charset="-122"/>
                <a:cs typeface="Arial" pitchFamily="34" charset="-120"/>
              </a:rPr>
              <a:t>1</a:t>
            </a:r>
            <a:endParaRPr lang="en-US" sz="3450" dirty="0"/>
          </a:p>
        </p:txBody>
      </p:sp>
      <p:sp>
        <p:nvSpPr>
          <p:cNvPr id="4" name="Text 2"/>
          <p:cNvSpPr/>
          <p:nvPr/>
        </p:nvSpPr>
        <p:spPr>
          <a:xfrm>
            <a:off x="1937296" y="3066008"/>
            <a:ext cx="7490584" cy="874365"/>
          </a:xfrm>
          <a:prstGeom prst="rect">
            <a:avLst/>
          </a:prstGeom>
          <a:noFill/>
          <a:ln/>
        </p:spPr>
        <p:txBody>
          <a:bodyPr wrap="square" lIns="25400" tIns="25400" rIns="25400" bIns="25400" rtlCol="0" anchor="t">
            <a:normAutofit lnSpcReduction="10000"/>
          </a:bodyPr>
          <a:lstStyle/>
          <a:p>
            <a:pPr marL="0" indent="0" algn="l">
              <a:lnSpc>
                <a:spcPct val="118659"/>
              </a:lnSpc>
              <a:buNone/>
            </a:pPr>
            <a:r>
              <a:rPr lang="en-US" sz="2400" b="1" dirty="0">
                <a:solidFill>
                  <a:srgbClr val="123A4C"/>
                </a:solidFill>
                <a:latin typeface="Arial" pitchFamily="34" charset="0"/>
                <a:ea typeface="Arial" pitchFamily="34" charset="-122"/>
                <a:cs typeface="Arial" pitchFamily="34" charset="-120"/>
              </a:rPr>
              <a:t>Ask what you could verify. </a:t>
            </a:r>
            <a:r>
              <a:rPr lang="en-US" sz="2400" dirty="0">
                <a:solidFill>
                  <a:srgbClr val="123A4C"/>
                </a:solidFill>
                <a:latin typeface="Arial" pitchFamily="34" charset="0"/>
                <a:ea typeface="Arial" pitchFamily="34" charset="-122"/>
                <a:cs typeface="Arial" pitchFamily="34" charset="-120"/>
              </a:rPr>
              <a:t>Never ask for a fact you have no way to check.</a:t>
            </a:r>
            <a:endParaRPr lang="en-US" sz="1200" dirty="0"/>
          </a:p>
        </p:txBody>
      </p:sp>
      <p:sp>
        <p:nvSpPr>
          <p:cNvPr id="5" name="Text 3"/>
          <p:cNvSpPr/>
          <p:nvPr/>
        </p:nvSpPr>
        <p:spPr>
          <a:xfrm>
            <a:off x="9385846" y="3009826"/>
            <a:ext cx="659160" cy="47625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3450" b="1" dirty="0">
                <a:solidFill>
                  <a:srgbClr val="5C5C9E"/>
                </a:solidFill>
                <a:latin typeface="Arial" pitchFamily="34" charset="0"/>
                <a:ea typeface="Arial" pitchFamily="34" charset="-122"/>
                <a:cs typeface="Arial" pitchFamily="34" charset="-120"/>
              </a:rPr>
              <a:t>2</a:t>
            </a:r>
            <a:endParaRPr lang="en-US" sz="3450" dirty="0"/>
          </a:p>
        </p:txBody>
      </p:sp>
      <p:sp>
        <p:nvSpPr>
          <p:cNvPr id="6" name="Text 4"/>
          <p:cNvSpPr/>
          <p:nvPr/>
        </p:nvSpPr>
        <p:spPr>
          <a:xfrm>
            <a:off x="10281196" y="3066008"/>
            <a:ext cx="7490584" cy="874365"/>
          </a:xfrm>
          <a:prstGeom prst="rect">
            <a:avLst/>
          </a:prstGeom>
          <a:noFill/>
          <a:ln/>
        </p:spPr>
        <p:txBody>
          <a:bodyPr wrap="square" lIns="25400" tIns="25400" rIns="25400" bIns="25400" rtlCol="0" anchor="t">
            <a:normAutofit lnSpcReduction="10000"/>
          </a:bodyPr>
          <a:lstStyle/>
          <a:p>
            <a:pPr marL="0" indent="0" algn="l">
              <a:lnSpc>
                <a:spcPct val="118659"/>
              </a:lnSpc>
              <a:buNone/>
            </a:pPr>
            <a:r>
              <a:rPr lang="en-US" sz="2400" b="1" dirty="0">
                <a:solidFill>
                  <a:srgbClr val="123A4C"/>
                </a:solidFill>
                <a:latin typeface="Arial" pitchFamily="34" charset="0"/>
                <a:ea typeface="Arial" pitchFamily="34" charset="-122"/>
                <a:cs typeface="Arial" pitchFamily="34" charset="-120"/>
              </a:rPr>
              <a:t>Scale scrutiny to consequence. </a:t>
            </a:r>
            <a:r>
              <a:rPr lang="en-US" sz="2400" dirty="0">
                <a:solidFill>
                  <a:srgbClr val="123A4C"/>
                </a:solidFill>
                <a:latin typeface="Arial" pitchFamily="34" charset="0"/>
                <a:ea typeface="Arial" pitchFamily="34" charset="-122"/>
                <a:cs typeface="Arial" pitchFamily="34" charset="-120"/>
              </a:rPr>
              <a:t>A brainstorm and a methods section are not the same risk.</a:t>
            </a:r>
            <a:endParaRPr lang="en-US" sz="1200" dirty="0"/>
          </a:p>
        </p:txBody>
      </p:sp>
      <p:sp>
        <p:nvSpPr>
          <p:cNvPr id="7" name="Text 5"/>
          <p:cNvSpPr/>
          <p:nvPr/>
        </p:nvSpPr>
        <p:spPr>
          <a:xfrm>
            <a:off x="1041946" y="4497591"/>
            <a:ext cx="659160" cy="47625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3450" b="1" dirty="0">
                <a:solidFill>
                  <a:srgbClr val="5C5C9E"/>
                </a:solidFill>
                <a:latin typeface="Arial" pitchFamily="34" charset="0"/>
                <a:ea typeface="Arial" pitchFamily="34" charset="-122"/>
                <a:cs typeface="Arial" pitchFamily="34" charset="-120"/>
              </a:rPr>
              <a:t>3</a:t>
            </a:r>
            <a:endParaRPr lang="en-US" sz="3450" dirty="0"/>
          </a:p>
        </p:txBody>
      </p:sp>
      <p:sp>
        <p:nvSpPr>
          <p:cNvPr id="8" name="Text 6"/>
          <p:cNvSpPr/>
          <p:nvPr/>
        </p:nvSpPr>
        <p:spPr>
          <a:xfrm>
            <a:off x="1937296" y="4553774"/>
            <a:ext cx="7490584" cy="874365"/>
          </a:xfrm>
          <a:prstGeom prst="rect">
            <a:avLst/>
          </a:prstGeom>
          <a:noFill/>
          <a:ln/>
        </p:spPr>
        <p:txBody>
          <a:bodyPr wrap="square" lIns="25400" tIns="25400" rIns="25400" bIns="25400" rtlCol="0" anchor="t">
            <a:normAutofit lnSpcReduction="10000"/>
          </a:bodyPr>
          <a:lstStyle/>
          <a:p>
            <a:pPr marL="0" indent="0" algn="l">
              <a:lnSpc>
                <a:spcPct val="118659"/>
              </a:lnSpc>
              <a:buNone/>
            </a:pPr>
            <a:r>
              <a:rPr lang="en-US" sz="2400" b="1" dirty="0">
                <a:solidFill>
                  <a:srgbClr val="123A4C"/>
                </a:solidFill>
                <a:latin typeface="Arial" pitchFamily="34" charset="0"/>
                <a:ea typeface="Arial" pitchFamily="34" charset="-122"/>
                <a:cs typeface="Arial" pitchFamily="34" charset="-120"/>
              </a:rPr>
              <a:t>Check every citation at source. </a:t>
            </a:r>
            <a:r>
              <a:rPr lang="en-US" sz="2400" dirty="0">
                <a:solidFill>
                  <a:srgbClr val="123A4C"/>
                </a:solidFill>
                <a:latin typeface="Arial" pitchFamily="34" charset="0"/>
                <a:ea typeface="Arial" pitchFamily="34" charset="-122"/>
                <a:cs typeface="Arial" pitchFamily="34" charset="-120"/>
              </a:rPr>
              <a:t>DOI or it didn't happen, including the ones that look right.</a:t>
            </a:r>
            <a:endParaRPr lang="en-US" sz="1200" dirty="0"/>
          </a:p>
        </p:txBody>
      </p:sp>
      <p:sp>
        <p:nvSpPr>
          <p:cNvPr id="9" name="Text 7"/>
          <p:cNvSpPr/>
          <p:nvPr/>
        </p:nvSpPr>
        <p:spPr>
          <a:xfrm>
            <a:off x="9385846" y="4497591"/>
            <a:ext cx="659160" cy="47625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3450" b="1" dirty="0">
                <a:solidFill>
                  <a:srgbClr val="5C5C9E"/>
                </a:solidFill>
                <a:latin typeface="Arial" pitchFamily="34" charset="0"/>
                <a:ea typeface="Arial" pitchFamily="34" charset="-122"/>
                <a:cs typeface="Arial" pitchFamily="34" charset="-120"/>
              </a:rPr>
              <a:t>4</a:t>
            </a:r>
            <a:endParaRPr lang="en-US" sz="3450" dirty="0"/>
          </a:p>
        </p:txBody>
      </p:sp>
      <p:sp>
        <p:nvSpPr>
          <p:cNvPr id="10" name="Text 8"/>
          <p:cNvSpPr/>
          <p:nvPr/>
        </p:nvSpPr>
        <p:spPr>
          <a:xfrm>
            <a:off x="10281196" y="4553774"/>
            <a:ext cx="7490584" cy="874365"/>
          </a:xfrm>
          <a:prstGeom prst="rect">
            <a:avLst/>
          </a:prstGeom>
          <a:noFill/>
          <a:ln/>
        </p:spPr>
        <p:txBody>
          <a:bodyPr wrap="square" lIns="25400" tIns="25400" rIns="25400" bIns="25400" rtlCol="0" anchor="t">
            <a:normAutofit lnSpcReduction="10000"/>
          </a:bodyPr>
          <a:lstStyle/>
          <a:p>
            <a:pPr marL="0" indent="0" algn="l">
              <a:lnSpc>
                <a:spcPct val="118659"/>
              </a:lnSpc>
              <a:buNone/>
            </a:pPr>
            <a:r>
              <a:rPr lang="en-US" sz="2400" b="1" dirty="0">
                <a:solidFill>
                  <a:srgbClr val="123A4C"/>
                </a:solidFill>
                <a:latin typeface="Arial" pitchFamily="34" charset="0"/>
                <a:ea typeface="Arial" pitchFamily="34" charset="-122"/>
                <a:cs typeface="Arial" pitchFamily="34" charset="-120"/>
              </a:rPr>
              <a:t>Rerun in a fresh chat. </a:t>
            </a:r>
            <a:r>
              <a:rPr lang="en-US" sz="2400" dirty="0">
                <a:solidFill>
                  <a:srgbClr val="123A4C"/>
                </a:solidFill>
                <a:latin typeface="Arial" pitchFamily="34" charset="0"/>
                <a:ea typeface="Arial" pitchFamily="34" charset="-122"/>
                <a:cs typeface="Arial" pitchFamily="34" charset="-120"/>
              </a:rPr>
              <a:t>Divergence between runs marks the fabricated part.</a:t>
            </a:r>
            <a:endParaRPr lang="en-US" sz="1200" dirty="0"/>
          </a:p>
        </p:txBody>
      </p:sp>
      <p:sp>
        <p:nvSpPr>
          <p:cNvPr id="11" name="Text 9"/>
          <p:cNvSpPr/>
          <p:nvPr/>
        </p:nvSpPr>
        <p:spPr>
          <a:xfrm>
            <a:off x="1041946" y="6015930"/>
            <a:ext cx="659160" cy="47625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3450" b="1" dirty="0">
                <a:solidFill>
                  <a:srgbClr val="5C5C9E"/>
                </a:solidFill>
                <a:latin typeface="Arial" pitchFamily="34" charset="0"/>
                <a:ea typeface="Arial" pitchFamily="34" charset="-122"/>
                <a:cs typeface="Arial" pitchFamily="34" charset="-120"/>
              </a:rPr>
              <a:t>5</a:t>
            </a:r>
            <a:endParaRPr lang="en-US" sz="3450" dirty="0"/>
          </a:p>
        </p:txBody>
      </p:sp>
      <p:sp>
        <p:nvSpPr>
          <p:cNvPr id="12" name="Text 10"/>
          <p:cNvSpPr/>
          <p:nvPr/>
        </p:nvSpPr>
        <p:spPr>
          <a:xfrm>
            <a:off x="1937296" y="6072113"/>
            <a:ext cx="7490584" cy="874365"/>
          </a:xfrm>
          <a:prstGeom prst="rect">
            <a:avLst/>
          </a:prstGeom>
          <a:noFill/>
          <a:ln/>
        </p:spPr>
        <p:txBody>
          <a:bodyPr wrap="square" lIns="25400" tIns="25400" rIns="25400" bIns="25400" rtlCol="0" anchor="t">
            <a:normAutofit lnSpcReduction="10000"/>
          </a:bodyPr>
          <a:lstStyle/>
          <a:p>
            <a:pPr marL="0" indent="0" algn="l">
              <a:lnSpc>
                <a:spcPct val="118659"/>
              </a:lnSpc>
              <a:buNone/>
            </a:pPr>
            <a:r>
              <a:rPr lang="en-US" sz="2400" b="1" dirty="0">
                <a:solidFill>
                  <a:srgbClr val="123A4C"/>
                </a:solidFill>
                <a:latin typeface="Arial" pitchFamily="34" charset="0"/>
                <a:ea typeface="Arial" pitchFamily="34" charset="-122"/>
                <a:cs typeface="Arial" pitchFamily="34" charset="-120"/>
              </a:rPr>
              <a:t>Give it the source. </a:t>
            </a:r>
            <a:r>
              <a:rPr lang="en-US" sz="2400" dirty="0">
                <a:solidFill>
                  <a:srgbClr val="123A4C"/>
                </a:solidFill>
                <a:latin typeface="Arial" pitchFamily="34" charset="0"/>
                <a:ea typeface="Arial" pitchFamily="34" charset="-122"/>
                <a:cs typeface="Arial" pitchFamily="34" charset="-120"/>
              </a:rPr>
              <a:t>Grounded in your document beats recalled from training.</a:t>
            </a:r>
            <a:endParaRPr lang="en-US" sz="1200" dirty="0"/>
          </a:p>
        </p:txBody>
      </p:sp>
      <p:sp>
        <p:nvSpPr>
          <p:cNvPr id="13" name="Text 11"/>
          <p:cNvSpPr/>
          <p:nvPr/>
        </p:nvSpPr>
        <p:spPr>
          <a:xfrm>
            <a:off x="9385846" y="6015930"/>
            <a:ext cx="659160" cy="47625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3450" b="1" dirty="0">
                <a:solidFill>
                  <a:srgbClr val="5C5C9E"/>
                </a:solidFill>
                <a:latin typeface="Arial" pitchFamily="34" charset="0"/>
                <a:ea typeface="Arial" pitchFamily="34" charset="-122"/>
                <a:cs typeface="Arial" pitchFamily="34" charset="-120"/>
              </a:rPr>
              <a:t>6</a:t>
            </a:r>
            <a:endParaRPr lang="en-US" sz="3450" dirty="0"/>
          </a:p>
        </p:txBody>
      </p:sp>
      <p:sp>
        <p:nvSpPr>
          <p:cNvPr id="14" name="Text 12"/>
          <p:cNvSpPr/>
          <p:nvPr/>
        </p:nvSpPr>
        <p:spPr>
          <a:xfrm>
            <a:off x="10281196" y="6072113"/>
            <a:ext cx="7490584" cy="874365"/>
          </a:xfrm>
          <a:prstGeom prst="rect">
            <a:avLst/>
          </a:prstGeom>
          <a:noFill/>
          <a:ln/>
        </p:spPr>
        <p:txBody>
          <a:bodyPr wrap="square" lIns="25400" tIns="25400" rIns="25400" bIns="25400" rtlCol="0" anchor="t">
            <a:normAutofit lnSpcReduction="10000"/>
          </a:bodyPr>
          <a:lstStyle/>
          <a:p>
            <a:pPr marL="0" indent="0" algn="l">
              <a:lnSpc>
                <a:spcPct val="118659"/>
              </a:lnSpc>
              <a:buNone/>
            </a:pPr>
            <a:r>
              <a:rPr lang="en-US" sz="2400" b="1" dirty="0">
                <a:solidFill>
                  <a:srgbClr val="123A4C"/>
                </a:solidFill>
                <a:latin typeface="Arial" pitchFamily="34" charset="0"/>
                <a:ea typeface="Arial" pitchFamily="34" charset="-122"/>
                <a:cs typeface="Arial" pitchFamily="34" charset="-120"/>
              </a:rPr>
              <a:t>Log model, version and date. </a:t>
            </a:r>
            <a:r>
              <a:rPr lang="en-US" sz="2400" dirty="0">
                <a:solidFill>
                  <a:srgbClr val="123A4C"/>
                </a:solidFill>
                <a:latin typeface="Arial" pitchFamily="34" charset="0"/>
                <a:ea typeface="Arial" pitchFamily="34" charset="-122"/>
                <a:cs typeface="Arial" pitchFamily="34" charset="-120"/>
              </a:rPr>
              <a:t>The same prompt will not reproduce next month.</a:t>
            </a:r>
            <a:endParaRPr lang="en-US" sz="1200" dirty="0"/>
          </a:p>
        </p:txBody>
      </p:sp>
      <p:sp>
        <p:nvSpPr>
          <p:cNvPr id="15" name="Text 13"/>
          <p:cNvSpPr/>
          <p:nvPr/>
        </p:nvSpPr>
        <p:spPr>
          <a:xfrm>
            <a:off x="1156247" y="9058201"/>
            <a:ext cx="16992858" cy="824954"/>
          </a:xfrm>
          <a:prstGeom prst="rect">
            <a:avLst/>
          </a:prstGeom>
          <a:noFill/>
          <a:ln/>
        </p:spPr>
        <p:txBody>
          <a:bodyPr wrap="square" lIns="25400" tIns="25400" rIns="25400" bIns="25400" rtlCol="0" anchor="t">
            <a:normAutofit lnSpcReduction="10000"/>
          </a:bodyPr>
          <a:lstStyle/>
          <a:p>
            <a:pPr marL="0" indent="0" algn="l">
              <a:lnSpc>
                <a:spcPct val="111654"/>
              </a:lnSpc>
              <a:buNone/>
            </a:pPr>
            <a:r>
              <a:rPr lang="en-US" sz="2400" b="1" dirty="0">
                <a:solidFill>
                  <a:srgbClr val="123A4C"/>
                </a:solidFill>
                <a:latin typeface="Arial" pitchFamily="34" charset="0"/>
                <a:ea typeface="Arial" pitchFamily="34" charset="-122"/>
                <a:cs typeface="Arial" pitchFamily="34" charset="-120"/>
              </a:rPr>
              <a:t>Specificity with no source behind it is the giveaway: exact page numbers, precise percentages, named authors you cannot find.</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156246" y="1294358"/>
            <a:ext cx="12106389" cy="1418109"/>
          </a:xfrm>
          <a:prstGeom prst="rect">
            <a:avLst/>
          </a:prstGeom>
          <a:noFill/>
          <a:ln/>
        </p:spPr>
        <p:txBody>
          <a:bodyPr wrap="square" lIns="25400" tIns="25400" rIns="25400" bIns="25400" rtlCol="0" anchor="t">
            <a:normAutofit lnSpcReduction="10000"/>
          </a:bodyPr>
          <a:lstStyle/>
          <a:p>
            <a:pPr marL="0" indent="0" algn="l">
              <a:lnSpc>
                <a:spcPct val="88313"/>
              </a:lnSpc>
              <a:buNone/>
            </a:pPr>
            <a:r>
              <a:rPr lang="en-US" sz="5100" b="1" kern="0" spc="-112" dirty="0">
                <a:solidFill>
                  <a:srgbClr val="123A4C"/>
                </a:solidFill>
                <a:latin typeface="Arial" pitchFamily="34" charset="0"/>
                <a:ea typeface="Arial" pitchFamily="34" charset="-122"/>
                <a:cs typeface="Arial" pitchFamily="34" charset="-120"/>
              </a:rPr>
              <a:t>Use an LLM to work on what you give it, not as a source of facts.</a:t>
            </a:r>
            <a:endParaRPr lang="en-US" sz="5100" dirty="0"/>
          </a:p>
        </p:txBody>
      </p:sp>
      <p:sp>
        <p:nvSpPr>
          <p:cNvPr id="4" name="Text 2"/>
          <p:cNvSpPr/>
          <p:nvPr/>
        </p:nvSpPr>
        <p:spPr>
          <a:xfrm>
            <a:off x="1504933" y="3630634"/>
            <a:ext cx="887760" cy="60960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4500" b="1" dirty="0">
                <a:solidFill>
                  <a:srgbClr val="E8604C"/>
                </a:solidFill>
                <a:latin typeface="Arial" pitchFamily="34" charset="0"/>
                <a:ea typeface="Arial" pitchFamily="34" charset="-122"/>
                <a:cs typeface="Arial" pitchFamily="34" charset="-120"/>
              </a:rPr>
              <a:t>1</a:t>
            </a:r>
            <a:endParaRPr lang="en-US" sz="4500" dirty="0"/>
          </a:p>
        </p:txBody>
      </p:sp>
      <p:sp>
        <p:nvSpPr>
          <p:cNvPr id="5" name="Text 3"/>
          <p:cNvSpPr/>
          <p:nvPr/>
        </p:nvSpPr>
        <p:spPr>
          <a:xfrm>
            <a:off x="2724133" y="3780206"/>
            <a:ext cx="13146482" cy="462037"/>
          </a:xfrm>
          <a:prstGeom prst="rect">
            <a:avLst/>
          </a:prstGeom>
          <a:noFill/>
          <a:ln/>
        </p:spPr>
        <p:txBody>
          <a:bodyPr wrap="square" lIns="25400" tIns="25400" rIns="25400" bIns="25400" rtlCol="0" anchor="t">
            <a:normAutofit lnSpcReduction="10000"/>
          </a:bodyPr>
          <a:lstStyle/>
          <a:p>
            <a:pPr marL="0" indent="0" algn="l">
              <a:lnSpc>
                <a:spcPct val="104043"/>
              </a:lnSpc>
              <a:buNone/>
            </a:pPr>
            <a:r>
              <a:rPr lang="en-US" sz="2775" dirty="0">
                <a:solidFill>
                  <a:srgbClr val="222222"/>
                </a:solidFill>
                <a:latin typeface="Arial" pitchFamily="34" charset="0"/>
                <a:ea typeface="Arial" pitchFamily="34" charset="-122"/>
                <a:cs typeface="Arial" pitchFamily="34" charset="-120"/>
              </a:rPr>
              <a:t>Every model hallucinates. The rate differs; the category does not.</a:t>
            </a:r>
            <a:endParaRPr lang="en-US" sz="2775" dirty="0"/>
          </a:p>
        </p:txBody>
      </p:sp>
      <p:sp>
        <p:nvSpPr>
          <p:cNvPr id="6" name="Text 4"/>
          <p:cNvSpPr/>
          <p:nvPr/>
        </p:nvSpPr>
        <p:spPr>
          <a:xfrm>
            <a:off x="1504933" y="4648916"/>
            <a:ext cx="887760" cy="60960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4500" b="1" dirty="0">
                <a:solidFill>
                  <a:srgbClr val="3EC1AE"/>
                </a:solidFill>
                <a:latin typeface="Arial" pitchFamily="34" charset="0"/>
                <a:ea typeface="Arial" pitchFamily="34" charset="-122"/>
                <a:cs typeface="Arial" pitchFamily="34" charset="-120"/>
              </a:rPr>
              <a:t>2</a:t>
            </a:r>
            <a:endParaRPr lang="en-US" sz="4500" dirty="0"/>
          </a:p>
        </p:txBody>
      </p:sp>
      <p:sp>
        <p:nvSpPr>
          <p:cNvPr id="7" name="Text 5"/>
          <p:cNvSpPr/>
          <p:nvPr/>
        </p:nvSpPr>
        <p:spPr>
          <a:xfrm>
            <a:off x="2724133" y="4755551"/>
            <a:ext cx="13256316" cy="548357"/>
          </a:xfrm>
          <a:prstGeom prst="rect">
            <a:avLst/>
          </a:prstGeom>
          <a:noFill/>
          <a:ln/>
        </p:spPr>
        <p:txBody>
          <a:bodyPr wrap="square" lIns="25400" tIns="25400" rIns="25400" bIns="25400" rtlCol="0" anchor="t">
            <a:normAutofit/>
          </a:bodyPr>
          <a:lstStyle/>
          <a:p>
            <a:pPr marL="0" indent="0" algn="l">
              <a:lnSpc>
                <a:spcPct val="125232"/>
              </a:lnSpc>
              <a:buNone/>
            </a:pPr>
            <a:r>
              <a:rPr lang="en-US" sz="2775" dirty="0">
                <a:solidFill>
                  <a:srgbClr val="222222"/>
                </a:solidFill>
                <a:latin typeface="Arial" pitchFamily="34" charset="0"/>
                <a:ea typeface="Arial" pitchFamily="34" charset="-122"/>
                <a:cs typeface="Arial" pitchFamily="34" charset="-120"/>
              </a:rPr>
              <a:t>Confidence is trained, not earned. Fluency says nothing about correctness.</a:t>
            </a:r>
            <a:endParaRPr lang="en-US" sz="2775" dirty="0"/>
          </a:p>
        </p:txBody>
      </p:sp>
      <p:sp>
        <p:nvSpPr>
          <p:cNvPr id="8" name="Text 6"/>
          <p:cNvSpPr/>
          <p:nvPr/>
        </p:nvSpPr>
        <p:spPr>
          <a:xfrm>
            <a:off x="1504933" y="5871964"/>
            <a:ext cx="887760" cy="60960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4500" b="1" dirty="0">
                <a:solidFill>
                  <a:srgbClr val="4A7FC1"/>
                </a:solidFill>
                <a:latin typeface="Arial" pitchFamily="34" charset="0"/>
                <a:ea typeface="Arial" pitchFamily="34" charset="-122"/>
                <a:cs typeface="Arial" pitchFamily="34" charset="-120"/>
              </a:rPr>
              <a:t>3</a:t>
            </a:r>
            <a:endParaRPr lang="en-US" sz="4500" dirty="0"/>
          </a:p>
        </p:txBody>
      </p:sp>
      <p:sp>
        <p:nvSpPr>
          <p:cNvPr id="9" name="Text 7"/>
          <p:cNvSpPr/>
          <p:nvPr/>
        </p:nvSpPr>
        <p:spPr>
          <a:xfrm>
            <a:off x="2724133" y="5978673"/>
            <a:ext cx="13256316" cy="548357"/>
          </a:xfrm>
          <a:prstGeom prst="rect">
            <a:avLst/>
          </a:prstGeom>
          <a:noFill/>
          <a:ln/>
        </p:spPr>
        <p:txBody>
          <a:bodyPr wrap="square" lIns="25400" tIns="25400" rIns="25400" bIns="25400" rtlCol="0" anchor="t">
            <a:normAutofit/>
          </a:bodyPr>
          <a:lstStyle/>
          <a:p>
            <a:pPr marL="0" indent="0" algn="l">
              <a:lnSpc>
                <a:spcPct val="125232"/>
              </a:lnSpc>
              <a:buNone/>
            </a:pPr>
            <a:r>
              <a:rPr lang="en-US" sz="2775" dirty="0">
                <a:solidFill>
                  <a:srgbClr val="222222"/>
                </a:solidFill>
                <a:latin typeface="Arial" pitchFamily="34" charset="0"/>
                <a:ea typeface="Arial" pitchFamily="34" charset="-122"/>
                <a:cs typeface="Arial" pitchFamily="34" charset="-120"/>
              </a:rPr>
              <a:t>Harnessing moves the failure somewhere you can inspect. That is the win.</a:t>
            </a:r>
            <a:endParaRPr lang="en-US" sz="2775" dirty="0"/>
          </a:p>
        </p:txBody>
      </p:sp>
      <p:sp>
        <p:nvSpPr>
          <p:cNvPr id="10" name="Text 8"/>
          <p:cNvSpPr/>
          <p:nvPr/>
        </p:nvSpPr>
        <p:spPr>
          <a:xfrm>
            <a:off x="1504933" y="7141990"/>
            <a:ext cx="887760" cy="609600"/>
          </a:xfrm>
          <a:prstGeom prst="rect">
            <a:avLst/>
          </a:prstGeom>
          <a:noFill/>
          <a:ln/>
        </p:spPr>
        <p:txBody>
          <a:bodyPr wrap="square" lIns="25400" tIns="25400" rIns="25400" bIns="25400" rtlCol="0" anchor="t">
            <a:normAutofit lnSpcReduction="10000"/>
          </a:bodyPr>
          <a:lstStyle/>
          <a:p>
            <a:pPr marL="0" indent="0" algn="ctr">
              <a:lnSpc>
                <a:spcPct val="86486"/>
              </a:lnSpc>
              <a:buNone/>
            </a:pPr>
            <a:r>
              <a:rPr lang="en-US" sz="4500" b="1" dirty="0">
                <a:solidFill>
                  <a:srgbClr val="5C5C9E"/>
                </a:solidFill>
                <a:latin typeface="Arial" pitchFamily="34" charset="0"/>
                <a:ea typeface="Arial" pitchFamily="34" charset="-122"/>
                <a:cs typeface="Arial" pitchFamily="34" charset="-120"/>
              </a:rPr>
              <a:t>4</a:t>
            </a:r>
            <a:endParaRPr lang="en-US" sz="4500" dirty="0"/>
          </a:p>
        </p:txBody>
      </p:sp>
      <p:sp>
        <p:nvSpPr>
          <p:cNvPr id="11" name="Text 9"/>
          <p:cNvSpPr/>
          <p:nvPr/>
        </p:nvSpPr>
        <p:spPr>
          <a:xfrm>
            <a:off x="2724133" y="7291488"/>
            <a:ext cx="12050590" cy="462037"/>
          </a:xfrm>
          <a:prstGeom prst="rect">
            <a:avLst/>
          </a:prstGeom>
          <a:noFill/>
          <a:ln/>
        </p:spPr>
        <p:txBody>
          <a:bodyPr wrap="square" lIns="25400" tIns="25400" rIns="25400" bIns="25400" rtlCol="0" anchor="t">
            <a:normAutofit lnSpcReduction="10000"/>
          </a:bodyPr>
          <a:lstStyle/>
          <a:p>
            <a:pPr marL="0" indent="0" algn="l">
              <a:lnSpc>
                <a:spcPct val="104043"/>
              </a:lnSpc>
              <a:buNone/>
            </a:pPr>
            <a:r>
              <a:rPr lang="en-US" sz="2775" dirty="0">
                <a:solidFill>
                  <a:srgbClr val="222222"/>
                </a:solidFill>
                <a:latin typeface="Arial" pitchFamily="34" charset="0"/>
                <a:ea typeface="Arial" pitchFamily="34" charset="-122"/>
                <a:cs typeface="Arial" pitchFamily="34" charset="-120"/>
              </a:rPr>
              <a:t>The verification burden stays with whoever signs the paper.</a:t>
            </a:r>
            <a:endParaRPr lang="en-US" sz="277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529344-2772-1720-ED49-D6C079AC70C5}"/>
              </a:ext>
            </a:extLst>
          </p:cNvPr>
          <p:cNvSpPr>
            <a:spLocks noGrp="1"/>
          </p:cNvSpPr>
          <p:nvPr>
            <p:ph type="sldNum" sz="quarter" idx="12"/>
          </p:nvPr>
        </p:nvSpPr>
        <p:spPr/>
        <p:txBody>
          <a:bodyPr/>
          <a:lstStyle/>
          <a:p>
            <a:fld id="{C1FF6DA9-008F-8B48-92A6-B652298478BF}" type="slidenum">
              <a:rPr lang="en-US" smtClean="0"/>
              <a:t>43</a:t>
            </a:fld>
            <a:endParaRPr lang="en-US" dirty="0"/>
          </a:p>
        </p:txBody>
      </p:sp>
      <p:pic>
        <p:nvPicPr>
          <p:cNvPr id="3" name="Image 0" descr="preencoded.png">
            <a:extLst>
              <a:ext uri="{FF2B5EF4-FFF2-40B4-BE49-F238E27FC236}">
                <a16:creationId xmlns:a16="http://schemas.microsoft.com/office/drawing/2014/main" id="{3069EF47-B7E8-EA8C-7B40-B435E6D513F1}"/>
              </a:ext>
            </a:extLst>
          </p:cNvPr>
          <p:cNvPicPr>
            <a:picLocks noChangeAspect="1"/>
          </p:cNvPicPr>
          <p:nvPr/>
        </p:nvPicPr>
        <p:blipFill>
          <a:blip r:embed="rId2"/>
          <a:stretch>
            <a:fillRect/>
          </a:stretch>
        </p:blipFill>
        <p:spPr>
          <a:xfrm>
            <a:off x="5044438" y="3050286"/>
            <a:ext cx="9258586" cy="1597755"/>
          </a:xfrm>
          <a:prstGeom prst="rect">
            <a:avLst/>
          </a:prstGeom>
        </p:spPr>
      </p:pic>
      <p:pic>
        <p:nvPicPr>
          <p:cNvPr id="4" name="Picture 3">
            <a:extLst>
              <a:ext uri="{FF2B5EF4-FFF2-40B4-BE49-F238E27FC236}">
                <a16:creationId xmlns:a16="http://schemas.microsoft.com/office/drawing/2014/main" id="{27FD8BCD-F83D-EB86-20B9-50756B341612}"/>
              </a:ext>
            </a:extLst>
          </p:cNvPr>
          <p:cNvPicPr>
            <a:picLocks noChangeAspect="1"/>
          </p:cNvPicPr>
          <p:nvPr/>
        </p:nvPicPr>
        <p:blipFill>
          <a:blip r:embed="rId3"/>
          <a:srcRect t="29111"/>
          <a:stretch>
            <a:fillRect/>
          </a:stretch>
        </p:blipFill>
        <p:spPr>
          <a:xfrm>
            <a:off x="5044437" y="5289142"/>
            <a:ext cx="9258586" cy="1597755"/>
          </a:xfrm>
          <a:prstGeom prst="rect">
            <a:avLst/>
          </a:prstGeom>
        </p:spPr>
      </p:pic>
      <p:pic>
        <p:nvPicPr>
          <p:cNvPr id="5" name="Picture 4">
            <a:extLst>
              <a:ext uri="{FF2B5EF4-FFF2-40B4-BE49-F238E27FC236}">
                <a16:creationId xmlns:a16="http://schemas.microsoft.com/office/drawing/2014/main" id="{09612769-F294-770B-EDB1-50DAE96542D2}"/>
              </a:ext>
            </a:extLst>
          </p:cNvPr>
          <p:cNvPicPr>
            <a:picLocks noChangeAspect="1"/>
          </p:cNvPicPr>
          <p:nvPr/>
        </p:nvPicPr>
        <p:blipFill>
          <a:blip r:embed="rId4"/>
          <a:stretch>
            <a:fillRect/>
          </a:stretch>
        </p:blipFill>
        <p:spPr>
          <a:xfrm>
            <a:off x="3479515" y="3050286"/>
            <a:ext cx="1564922" cy="1564922"/>
          </a:xfrm>
          <a:prstGeom prst="rect">
            <a:avLst/>
          </a:prstGeom>
        </p:spPr>
      </p:pic>
      <p:pic>
        <p:nvPicPr>
          <p:cNvPr id="6" name="Picture 5">
            <a:extLst>
              <a:ext uri="{FF2B5EF4-FFF2-40B4-BE49-F238E27FC236}">
                <a16:creationId xmlns:a16="http://schemas.microsoft.com/office/drawing/2014/main" id="{F14139B9-E1DA-7D75-25DC-32F8B313CC8E}"/>
              </a:ext>
            </a:extLst>
          </p:cNvPr>
          <p:cNvPicPr>
            <a:picLocks noChangeAspect="1"/>
          </p:cNvPicPr>
          <p:nvPr/>
        </p:nvPicPr>
        <p:blipFill>
          <a:blip r:embed="rId5"/>
          <a:stretch>
            <a:fillRect/>
          </a:stretch>
        </p:blipFill>
        <p:spPr>
          <a:xfrm>
            <a:off x="3684959" y="5517706"/>
            <a:ext cx="1173552" cy="1173552"/>
          </a:xfrm>
          <a:prstGeom prst="rect">
            <a:avLst/>
          </a:prstGeom>
        </p:spPr>
      </p:pic>
    </p:spTree>
    <p:extLst>
      <p:ext uri="{BB962C8B-B14F-4D97-AF65-F5344CB8AC3E}">
        <p14:creationId xmlns:p14="http://schemas.microsoft.com/office/powerpoint/2010/main" val="25012521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56246" y="727621"/>
            <a:ext cx="2994519" cy="657225"/>
          </a:xfrm>
          <a:prstGeom prst="rect">
            <a:avLst/>
          </a:prstGeom>
          <a:noFill/>
          <a:ln/>
        </p:spPr>
        <p:txBody>
          <a:bodyPr wrap="square" lIns="25400" tIns="25400" rIns="25400" bIns="25400" rtlCol="0" anchor="t">
            <a:normAutofit/>
          </a:bodyPr>
          <a:lstStyle/>
          <a:p>
            <a:pPr marL="0" indent="0" algn="l">
              <a:lnSpc>
                <a:spcPct val="82672"/>
              </a:lnSpc>
              <a:buNone/>
            </a:pPr>
            <a:r>
              <a:rPr lang="en-US" sz="4350" b="1" kern="0" spc="-90" dirty="0">
                <a:solidFill>
                  <a:srgbClr val="123A4C"/>
                </a:solidFill>
                <a:latin typeface="Arial" pitchFamily="34" charset="0"/>
                <a:ea typeface="Arial" pitchFamily="34" charset="-122"/>
                <a:cs typeface="Arial" pitchFamily="34" charset="-120"/>
              </a:rPr>
              <a:t>Resources</a:t>
            </a:r>
            <a:endParaRPr lang="en-US" sz="4350" dirty="0"/>
          </a:p>
        </p:txBody>
      </p:sp>
      <p:sp>
        <p:nvSpPr>
          <p:cNvPr id="3" name="Text 1"/>
          <p:cNvSpPr/>
          <p:nvPr/>
        </p:nvSpPr>
        <p:spPr>
          <a:xfrm>
            <a:off x="1156246" y="2456408"/>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AA-Omniscience: knowledge &amp; hallucination leaderboard</a:t>
            </a:r>
            <a:endParaRPr lang="en-US" sz="2025" dirty="0"/>
          </a:p>
        </p:txBody>
      </p:sp>
      <p:sp>
        <p:nvSpPr>
          <p:cNvPr id="4" name="Text 2"/>
          <p:cNvSpPr/>
          <p:nvPr/>
        </p:nvSpPr>
        <p:spPr>
          <a:xfrm>
            <a:off x="1156246" y="2866951"/>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artificialanalysis.ai/evaluations/omniscience</a:t>
            </a:r>
            <a:endParaRPr lang="en-US" sz="1800" dirty="0"/>
          </a:p>
        </p:txBody>
      </p:sp>
      <p:sp>
        <p:nvSpPr>
          <p:cNvPr id="5" name="Text 3"/>
          <p:cNvSpPr/>
          <p:nvPr/>
        </p:nvSpPr>
        <p:spPr>
          <a:xfrm>
            <a:off x="9500146" y="2456408"/>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AI Hallucination Cases Database, D. Charlotin</a:t>
            </a:r>
            <a:endParaRPr lang="en-US" sz="2025" dirty="0"/>
          </a:p>
        </p:txBody>
      </p:sp>
      <p:sp>
        <p:nvSpPr>
          <p:cNvPr id="6" name="Text 4"/>
          <p:cNvSpPr/>
          <p:nvPr/>
        </p:nvSpPr>
        <p:spPr>
          <a:xfrm>
            <a:off x="9500146" y="2866951"/>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damiencharlotin.com/hallucinations</a:t>
            </a:r>
            <a:endParaRPr lang="en-US" sz="1800" dirty="0"/>
          </a:p>
        </p:txBody>
      </p:sp>
      <p:sp>
        <p:nvSpPr>
          <p:cNvPr id="7" name="Text 5"/>
          <p:cNvSpPr/>
          <p:nvPr/>
        </p:nvSpPr>
        <p:spPr>
          <a:xfrm>
            <a:off x="1156246" y="3371776"/>
            <a:ext cx="8344120" cy="637729"/>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Hallucination Mitigation for Retrieval-Augmented LLMs: A Review, Zhang &amp; Zhang 2025, Mathematics 13(5), 856</a:t>
            </a:r>
            <a:endParaRPr lang="en-US" sz="2025" dirty="0"/>
          </a:p>
        </p:txBody>
      </p:sp>
      <p:sp>
        <p:nvSpPr>
          <p:cNvPr id="8" name="Text 6"/>
          <p:cNvSpPr/>
          <p:nvPr/>
        </p:nvSpPr>
        <p:spPr>
          <a:xfrm>
            <a:off x="1156246" y="4116660"/>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doi.org/10.3390/math13050856</a:t>
            </a:r>
            <a:endParaRPr lang="en-US" sz="1800" dirty="0"/>
          </a:p>
        </p:txBody>
      </p:sp>
      <p:sp>
        <p:nvSpPr>
          <p:cNvPr id="9" name="Text 7"/>
          <p:cNvSpPr/>
          <p:nvPr/>
        </p:nvSpPr>
        <p:spPr>
          <a:xfrm>
            <a:off x="9500146" y="3371776"/>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The Car Wash Test: 53 models, Opper.ai</a:t>
            </a:r>
            <a:endParaRPr lang="en-US" sz="2025" dirty="0"/>
          </a:p>
        </p:txBody>
      </p:sp>
      <p:sp>
        <p:nvSpPr>
          <p:cNvPr id="10" name="Text 8"/>
          <p:cNvSpPr/>
          <p:nvPr/>
        </p:nvSpPr>
        <p:spPr>
          <a:xfrm>
            <a:off x="9500146" y="3782318"/>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opper.ai/blog/car-wash-test</a:t>
            </a:r>
            <a:endParaRPr lang="en-US" sz="1800" dirty="0"/>
          </a:p>
        </p:txBody>
      </p:sp>
      <p:sp>
        <p:nvSpPr>
          <p:cNvPr id="11" name="Text 9"/>
          <p:cNvSpPr/>
          <p:nvPr/>
        </p:nvSpPr>
        <p:spPr>
          <a:xfrm>
            <a:off x="1156246" y="4621485"/>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Why Language Models Hallucinate, Kalai et al. 2025</a:t>
            </a:r>
            <a:endParaRPr lang="en-US" sz="2025" dirty="0"/>
          </a:p>
        </p:txBody>
      </p:sp>
      <p:sp>
        <p:nvSpPr>
          <p:cNvPr id="12" name="Text 10"/>
          <p:cNvSpPr/>
          <p:nvPr/>
        </p:nvSpPr>
        <p:spPr>
          <a:xfrm>
            <a:off x="1156246" y="5031953"/>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arxiv.org/abs/2509.04664</a:t>
            </a:r>
            <a:endParaRPr lang="en-US" sz="1800" dirty="0"/>
          </a:p>
        </p:txBody>
      </p:sp>
      <p:sp>
        <p:nvSpPr>
          <p:cNvPr id="13" name="Text 11"/>
          <p:cNvSpPr/>
          <p:nvPr/>
        </p:nvSpPr>
        <p:spPr>
          <a:xfrm>
            <a:off x="9500146" y="4621485"/>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SelfCheckGPT, Manakul et al. 2023, EMNLP</a:t>
            </a:r>
            <a:endParaRPr lang="en-US" sz="2025" dirty="0"/>
          </a:p>
        </p:txBody>
      </p:sp>
      <p:sp>
        <p:nvSpPr>
          <p:cNvPr id="14" name="Text 12"/>
          <p:cNvSpPr/>
          <p:nvPr/>
        </p:nvSpPr>
        <p:spPr>
          <a:xfrm>
            <a:off x="9500146" y="5031953"/>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arxiv.org/abs/2303.08896</a:t>
            </a:r>
            <a:endParaRPr lang="en-US" sz="1800" dirty="0"/>
          </a:p>
        </p:txBody>
      </p:sp>
      <p:sp>
        <p:nvSpPr>
          <p:cNvPr id="15" name="Text 13"/>
          <p:cNvSpPr/>
          <p:nvPr/>
        </p:nvSpPr>
        <p:spPr>
          <a:xfrm>
            <a:off x="1156246" y="5536778"/>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Semantic entropy, Farquhar et al. 2024, Nature 630, 625–630</a:t>
            </a:r>
            <a:endParaRPr lang="en-US" sz="2025" dirty="0"/>
          </a:p>
        </p:txBody>
      </p:sp>
      <p:sp>
        <p:nvSpPr>
          <p:cNvPr id="16" name="Text 14"/>
          <p:cNvSpPr/>
          <p:nvPr/>
        </p:nvSpPr>
        <p:spPr>
          <a:xfrm>
            <a:off x="1156246" y="5947321"/>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doi.org/10.1038/s41586-024-07421-0</a:t>
            </a:r>
            <a:endParaRPr lang="en-US" sz="1800" dirty="0"/>
          </a:p>
        </p:txBody>
      </p:sp>
      <p:sp>
        <p:nvSpPr>
          <p:cNvPr id="17" name="Text 15"/>
          <p:cNvSpPr/>
          <p:nvPr/>
        </p:nvSpPr>
        <p:spPr>
          <a:xfrm>
            <a:off x="9500146" y="5536778"/>
            <a:ext cx="8344120" cy="637729"/>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Fabricated references in medical content, Bhattacharyya et al. 2023, Cureus 15(5):e39238</a:t>
            </a:r>
            <a:endParaRPr lang="en-US" sz="2025" dirty="0"/>
          </a:p>
        </p:txBody>
      </p:sp>
      <p:sp>
        <p:nvSpPr>
          <p:cNvPr id="18" name="Text 16"/>
          <p:cNvSpPr/>
          <p:nvPr/>
        </p:nvSpPr>
        <p:spPr>
          <a:xfrm>
            <a:off x="9500146" y="6281663"/>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doi.org/10.7759/cureus.39238</a:t>
            </a:r>
            <a:endParaRPr lang="en-US" sz="1800" dirty="0"/>
          </a:p>
        </p:txBody>
      </p:sp>
      <p:sp>
        <p:nvSpPr>
          <p:cNvPr id="19" name="Text 17"/>
          <p:cNvSpPr/>
          <p:nvPr/>
        </p:nvSpPr>
        <p:spPr>
          <a:xfrm>
            <a:off x="1156246" y="6786488"/>
            <a:ext cx="8344120" cy="637729"/>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Does fine-tuning encourage hallucination? Gekhman et al. 2024, EMNLP</a:t>
            </a:r>
            <a:endParaRPr lang="en-US" sz="2025" dirty="0"/>
          </a:p>
        </p:txBody>
      </p:sp>
      <p:sp>
        <p:nvSpPr>
          <p:cNvPr id="20" name="Text 18"/>
          <p:cNvSpPr/>
          <p:nvPr/>
        </p:nvSpPr>
        <p:spPr>
          <a:xfrm>
            <a:off x="1156246" y="7531373"/>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arxiv.org/abs/2405.05904</a:t>
            </a:r>
            <a:endParaRPr lang="en-US" sz="1800" dirty="0"/>
          </a:p>
        </p:txBody>
      </p:sp>
      <p:sp>
        <p:nvSpPr>
          <p:cNvPr id="21" name="Text 19"/>
          <p:cNvSpPr/>
          <p:nvPr/>
        </p:nvSpPr>
        <p:spPr>
          <a:xfrm>
            <a:off x="9500146" y="6786488"/>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Survey on Hallucination in LLMs, Huang et al.</a:t>
            </a:r>
            <a:endParaRPr lang="en-US" sz="2025" dirty="0"/>
          </a:p>
        </p:txBody>
      </p:sp>
      <p:sp>
        <p:nvSpPr>
          <p:cNvPr id="22" name="Text 20"/>
          <p:cNvSpPr/>
          <p:nvPr/>
        </p:nvSpPr>
        <p:spPr>
          <a:xfrm>
            <a:off x="9500146" y="7197030"/>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arxiv.org/abs/2311.05232</a:t>
            </a:r>
            <a:endParaRPr lang="en-US" sz="1800" dirty="0"/>
          </a:p>
        </p:txBody>
      </p:sp>
      <p:sp>
        <p:nvSpPr>
          <p:cNvPr id="23" name="Text 21"/>
          <p:cNvSpPr/>
          <p:nvPr/>
        </p:nvSpPr>
        <p:spPr>
          <a:xfrm>
            <a:off x="1156246" y="8036198"/>
            <a:ext cx="8918048" cy="337914"/>
          </a:xfrm>
          <a:prstGeom prst="rect">
            <a:avLst/>
          </a:prstGeom>
          <a:noFill/>
          <a:ln/>
        </p:spPr>
        <p:txBody>
          <a:bodyPr wrap="square" lIns="25400" tIns="25400" rIns="25400" bIns="25400" rtlCol="0" anchor="t">
            <a:normAutofit lnSpcReduction="10000"/>
          </a:bodyPr>
          <a:lstStyle/>
          <a:p>
            <a:pPr marL="0" indent="0" algn="l">
              <a:lnSpc>
                <a:spcPct val="100843"/>
              </a:lnSpc>
              <a:buNone/>
            </a:pPr>
            <a:r>
              <a:rPr lang="en-US" sz="2025" b="1" dirty="0">
                <a:solidFill>
                  <a:srgbClr val="123A4C"/>
                </a:solidFill>
                <a:latin typeface="Arial" pitchFamily="34" charset="0"/>
                <a:ea typeface="Arial" pitchFamily="34" charset="-122"/>
                <a:cs typeface="Arial" pitchFamily="34" charset="-120"/>
              </a:rPr>
              <a:t>Lost in the Middle, Liu et al. 2024, TACL 12, 157–173</a:t>
            </a:r>
            <a:endParaRPr lang="en-US" sz="2025" dirty="0"/>
          </a:p>
        </p:txBody>
      </p:sp>
      <p:sp>
        <p:nvSpPr>
          <p:cNvPr id="24" name="Text 22"/>
          <p:cNvSpPr/>
          <p:nvPr/>
        </p:nvSpPr>
        <p:spPr>
          <a:xfrm>
            <a:off x="1156246" y="8446666"/>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arxiv.org/abs/2307.03172</a:t>
            </a:r>
            <a:endParaRPr lang="en-US" sz="1800" dirty="0"/>
          </a:p>
        </p:txBody>
      </p:sp>
      <p:sp>
        <p:nvSpPr>
          <p:cNvPr id="25" name="Text 23"/>
          <p:cNvSpPr/>
          <p:nvPr/>
        </p:nvSpPr>
        <p:spPr>
          <a:xfrm>
            <a:off x="9500146" y="8036198"/>
            <a:ext cx="8344120" cy="368796"/>
          </a:xfrm>
          <a:prstGeom prst="rect">
            <a:avLst/>
          </a:prstGeom>
          <a:noFill/>
          <a:ln/>
        </p:spPr>
        <p:txBody>
          <a:bodyPr wrap="square" lIns="25400" tIns="25400" rIns="25400" bIns="25400" rtlCol="0" anchor="t">
            <a:normAutofit lnSpcReduction="10000"/>
          </a:bodyPr>
          <a:lstStyle/>
          <a:p>
            <a:pPr marL="0" indent="0" algn="l">
              <a:lnSpc>
                <a:spcPct val="111222"/>
              </a:lnSpc>
              <a:buNone/>
            </a:pPr>
            <a:r>
              <a:rPr lang="en-US" sz="2025" b="1" dirty="0">
                <a:solidFill>
                  <a:srgbClr val="123A4C"/>
                </a:solidFill>
                <a:latin typeface="Arial" pitchFamily="34" charset="0"/>
                <a:ea typeface="Arial" pitchFamily="34" charset="-122"/>
                <a:cs typeface="Arial" pitchFamily="34" charset="-120"/>
              </a:rPr>
              <a:t>AI hallucinations can't be stopped, Nature news feature, Jan 2025</a:t>
            </a:r>
            <a:endParaRPr lang="en-US" sz="2025" dirty="0"/>
          </a:p>
        </p:txBody>
      </p:sp>
      <p:sp>
        <p:nvSpPr>
          <p:cNvPr id="26" name="Text 24"/>
          <p:cNvSpPr/>
          <p:nvPr/>
        </p:nvSpPr>
        <p:spPr>
          <a:xfrm>
            <a:off x="9500146" y="8781008"/>
            <a:ext cx="8918048" cy="338138"/>
          </a:xfrm>
          <a:prstGeom prst="rect">
            <a:avLst/>
          </a:prstGeom>
          <a:noFill/>
          <a:ln/>
        </p:spPr>
        <p:txBody>
          <a:bodyPr wrap="square" lIns="25400" tIns="25400" rIns="25400" bIns="25400" rtlCol="0" anchor="t">
            <a:normAutofit/>
          </a:bodyPr>
          <a:lstStyle/>
          <a:p>
            <a:pPr marL="0" indent="0" algn="l">
              <a:buNone/>
            </a:pPr>
            <a:r>
              <a:rPr lang="en-US" sz="1800" dirty="0">
                <a:solidFill>
                  <a:srgbClr val="474785"/>
                </a:solidFill>
                <a:latin typeface="Courier New" pitchFamily="34" charset="0"/>
                <a:ea typeface="Courier New" pitchFamily="34" charset="-122"/>
                <a:cs typeface="Courier New" pitchFamily="34" charset="-120"/>
              </a:rPr>
              <a:t>nature.com/articles/d41586-025-00068-5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38C0C0DDBC9B742BC44458BFD432381" ma:contentTypeVersion="18" ma:contentTypeDescription="Create a new document." ma:contentTypeScope="" ma:versionID="64b236d4466a4cd3d07b896c6218f2f3">
  <xsd:schema xmlns:xsd="http://www.w3.org/2001/XMLSchema" xmlns:xs="http://www.w3.org/2001/XMLSchema" xmlns:p="http://schemas.microsoft.com/office/2006/metadata/properties" xmlns:ns2="b30be232-03ea-456c-8192-b7ea3ce3ddcd" xmlns:ns3="c12dc4f0-a365-46b3-9e07-9aae8de5ba6f" targetNamespace="http://schemas.microsoft.com/office/2006/metadata/properties" ma:root="true" ma:fieldsID="fdd8b8b214f96bd7c885e76e44ea203a" ns2:_="" ns3:_="">
    <xsd:import namespace="b30be232-03ea-456c-8192-b7ea3ce3ddcd"/>
    <xsd:import namespace="c12dc4f0-a365-46b3-9e07-9aae8de5ba6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0be232-03ea-456c-8192-b7ea3ce3dd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d5578fd-35c2-4d8f-a1bf-4043a6e4e7a5"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12dc4f0-a365-46b3-9e07-9aae8de5ba6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57dd815e-8d58-4377-b4d0-c0ea7a0d6e39}" ma:internalName="TaxCatchAll" ma:showField="CatchAllData" ma:web="c12dc4f0-a365-46b3-9e07-9aae8de5ba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12dc4f0-a365-46b3-9e07-9aae8de5ba6f" xsi:nil="true"/>
    <lcf76f155ced4ddcb4097134ff3c332f xmlns="b30be232-03ea-456c-8192-b7ea3ce3dd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A659A9C-04C0-4F05-B36B-9702722FF398}">
  <ds:schemaRefs>
    <ds:schemaRef ds:uri="http://schemas.microsoft.com/sharepoint/v3/contenttype/forms"/>
  </ds:schemaRefs>
</ds:datastoreItem>
</file>

<file path=customXml/itemProps2.xml><?xml version="1.0" encoding="utf-8"?>
<ds:datastoreItem xmlns:ds="http://schemas.openxmlformats.org/officeDocument/2006/customXml" ds:itemID="{86E16B63-F3E3-48C4-B3F8-B64989AA1DC2}">
  <ds:schemaRefs>
    <ds:schemaRef ds:uri="b30be232-03ea-456c-8192-b7ea3ce3ddcd"/>
    <ds:schemaRef ds:uri="c12dc4f0-a365-46b3-9e07-9aae8de5ba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EAF8AE-ED68-457B-AFA1-85010E13141B}">
  <ds:schemaRefs>
    <ds:schemaRef ds:uri="b30be232-03ea-456c-8192-b7ea3ce3ddcd"/>
    <ds:schemaRef ds:uri="c12dc4f0-a365-46b3-9e07-9aae8de5ba6f"/>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5281</TotalTime>
  <Words>9449</Words>
  <Application>Microsoft Macintosh PowerPoint</Application>
  <PresentationFormat>Custom</PresentationFormat>
  <Paragraphs>611</Paragraphs>
  <Slides>44</Slides>
  <Notes>43</Notes>
  <HiddenSlides>2</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Alba Refoyo Martínez</cp:lastModifiedBy>
  <cp:revision>14</cp:revision>
  <dcterms:created xsi:type="dcterms:W3CDTF">2026-10-05T13:02:07Z</dcterms:created>
  <dcterms:modified xsi:type="dcterms:W3CDTF">2026-10-19T09:13:29Z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0x010100338C0C0DDBC9B742BC44458BFD432381</vt:lpwstr>
  </property>
  <property fmtid="{D5CDD505-2E9C-101B-9397-08002B2CF9AE}" pid="3" name="MediaServiceImageTags">
    <vt:lpwstr/>
  </property>
</Properties>
</file>